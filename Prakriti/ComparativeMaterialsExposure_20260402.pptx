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8" r:id="rId2"/>
    <p:sldId id="283" r:id="rId3"/>
    <p:sldId id="308" r:id="rId4"/>
    <p:sldId id="296" r:id="rId5"/>
    <p:sldId id="302" r:id="rId6"/>
    <p:sldId id="309" r:id="rId7"/>
    <p:sldId id="303" r:id="rId8"/>
    <p:sldId id="307" r:id="rId9"/>
    <p:sldId id="306" r:id="rId10"/>
    <p:sldId id="304" r:id="rId11"/>
    <p:sldId id="301" r:id="rId12"/>
    <p:sldId id="30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7A37"/>
    <a:srgbClr val="78C8AE"/>
    <a:srgbClr val="305142"/>
    <a:srgbClr val="C95C3A"/>
    <a:srgbClr val="E87500"/>
    <a:srgbClr val="CEC9B5"/>
    <a:srgbClr val="69685B"/>
    <a:srgbClr val="FE12ED"/>
    <a:srgbClr val="66A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6F1A79-0E16-456B-B5F4-5E3E24570292}" v="58" dt="2026-04-09T15:29:22.602"/>
  </p1510:revLst>
</p1510:revInfo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35" autoAdjust="0"/>
    <p:restoredTop sz="86239" autoAdjust="0"/>
  </p:normalViewPr>
  <p:slideViewPr>
    <p:cSldViewPr snapToGrid="0" snapToObjects="1">
      <p:cViewPr varScale="1">
        <p:scale>
          <a:sx n="71" d="100"/>
          <a:sy n="71" d="100"/>
        </p:scale>
        <p:origin x="960" y="24"/>
      </p:cViewPr>
      <p:guideLst/>
    </p:cSldViewPr>
  </p:slideViewPr>
  <p:outlineViewPr>
    <p:cViewPr>
      <p:scale>
        <a:sx n="33" d="100"/>
        <a:sy n="33" d="100"/>
      </p:scale>
      <p:origin x="0" y="-2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>
      <p:cViewPr varScale="1">
        <p:scale>
          <a:sx n="106" d="100"/>
          <a:sy n="106" d="100"/>
        </p:scale>
        <p:origin x="3216" y="1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win, Prakriti" userId="32497d9e-b105-4d86-b02f-f299de00f1d6" providerId="ADAL" clId="{31FF0010-C699-4873-8A55-E9D4E42EF5A4}"/>
    <pc:docChg chg="undo custSel addSld delSld modSld sldOrd">
      <pc:chgData name="Ashwin, Prakriti" userId="32497d9e-b105-4d86-b02f-f299de00f1d6" providerId="ADAL" clId="{31FF0010-C699-4873-8A55-E9D4E42EF5A4}" dt="2026-04-09T15:30:41.204" v="7438" actId="47"/>
      <pc:docMkLst>
        <pc:docMk/>
      </pc:docMkLst>
      <pc:sldChg chg="addSp delSp modSp mod">
        <pc:chgData name="Ashwin, Prakriti" userId="32497d9e-b105-4d86-b02f-f299de00f1d6" providerId="ADAL" clId="{31FF0010-C699-4873-8A55-E9D4E42EF5A4}" dt="2026-04-07T23:28:07.462" v="3407" actId="20577"/>
        <pc:sldMkLst>
          <pc:docMk/>
          <pc:sldMk cId="1650756707" sldId="258"/>
        </pc:sldMkLst>
        <pc:spChg chg="add del mod">
          <ac:chgData name="Ashwin, Prakriti" userId="32497d9e-b105-4d86-b02f-f299de00f1d6" providerId="ADAL" clId="{31FF0010-C699-4873-8A55-E9D4E42EF5A4}" dt="2026-04-02T13:55:04.400" v="1210" actId="20577"/>
          <ac:spMkLst>
            <pc:docMk/>
            <pc:sldMk cId="1650756707" sldId="258"/>
            <ac:spMk id="2" creationId="{A6DB2549-C640-B20F-7B19-28FE14091608}"/>
          </ac:spMkLst>
        </pc:spChg>
        <pc:spChg chg="mod">
          <ac:chgData name="Ashwin, Prakriti" userId="32497d9e-b105-4d86-b02f-f299de00f1d6" providerId="ADAL" clId="{31FF0010-C699-4873-8A55-E9D4E42EF5A4}" dt="2026-04-07T23:28:07.462" v="3407" actId="20577"/>
          <ac:spMkLst>
            <pc:docMk/>
            <pc:sldMk cId="1650756707" sldId="258"/>
            <ac:spMk id="9" creationId="{00000000-0000-0000-0000-000000000000}"/>
          </ac:spMkLst>
        </pc:spChg>
      </pc:sldChg>
      <pc:sldChg chg="addSp delSp modSp mod">
        <pc:chgData name="Ashwin, Prakriti" userId="32497d9e-b105-4d86-b02f-f299de00f1d6" providerId="ADAL" clId="{31FF0010-C699-4873-8A55-E9D4E42EF5A4}" dt="2026-04-07T23:28:21.141" v="3410" actId="1076"/>
        <pc:sldMkLst>
          <pc:docMk/>
          <pc:sldMk cId="4212801309" sldId="283"/>
        </pc:sldMkLst>
        <pc:spChg chg="add mod">
          <ac:chgData name="Ashwin, Prakriti" userId="32497d9e-b105-4d86-b02f-f299de00f1d6" providerId="ADAL" clId="{31FF0010-C699-4873-8A55-E9D4E42EF5A4}" dt="2026-04-02T13:54:47.897" v="1204" actId="1076"/>
          <ac:spMkLst>
            <pc:docMk/>
            <pc:sldMk cId="4212801309" sldId="283"/>
            <ac:spMk id="5" creationId="{50E108D0-2020-86AD-FE53-7515F31345B9}"/>
          </ac:spMkLst>
        </pc:spChg>
        <pc:spChg chg="add mod">
          <ac:chgData name="Ashwin, Prakriti" userId="32497d9e-b105-4d86-b02f-f299de00f1d6" providerId="ADAL" clId="{31FF0010-C699-4873-8A55-E9D4E42EF5A4}" dt="2026-04-07T23:28:21.141" v="3410" actId="1076"/>
          <ac:spMkLst>
            <pc:docMk/>
            <pc:sldMk cId="4212801309" sldId="283"/>
            <ac:spMk id="6" creationId="{5973A0E8-2213-4EDB-4AFC-EAC5B373B6D6}"/>
          </ac:spMkLst>
        </pc:spChg>
        <pc:spChg chg="add mod">
          <ac:chgData name="Ashwin, Prakriti" userId="32497d9e-b105-4d86-b02f-f299de00f1d6" providerId="ADAL" clId="{31FF0010-C699-4873-8A55-E9D4E42EF5A4}" dt="2026-04-02T14:52:06.554" v="3272" actId="478"/>
          <ac:spMkLst>
            <pc:docMk/>
            <pc:sldMk cId="4212801309" sldId="283"/>
            <ac:spMk id="9" creationId="{40D06B3F-4D7E-9A29-3E8B-5536ECF552AB}"/>
          </ac:spMkLst>
        </pc:spChg>
      </pc:sldChg>
      <pc:sldChg chg="addSp delSp modSp mod">
        <pc:chgData name="Ashwin, Prakriti" userId="32497d9e-b105-4d86-b02f-f299de00f1d6" providerId="ADAL" clId="{31FF0010-C699-4873-8A55-E9D4E42EF5A4}" dt="2026-04-09T04:03:38.144" v="6969" actId="14100"/>
        <pc:sldMkLst>
          <pc:docMk/>
          <pc:sldMk cId="2585879488" sldId="296"/>
        </pc:sldMkLst>
        <pc:spChg chg="mod">
          <ac:chgData name="Ashwin, Prakriti" userId="32497d9e-b105-4d86-b02f-f299de00f1d6" providerId="ADAL" clId="{31FF0010-C699-4873-8A55-E9D4E42EF5A4}" dt="2026-04-09T04:03:38.144" v="6969" actId="14100"/>
          <ac:spMkLst>
            <pc:docMk/>
            <pc:sldMk cId="2585879488" sldId="296"/>
            <ac:spMk id="4" creationId="{00000000-0000-0000-0000-000000000000}"/>
          </ac:spMkLst>
        </pc:spChg>
        <pc:spChg chg="add mod">
          <ac:chgData name="Ashwin, Prakriti" userId="32497d9e-b105-4d86-b02f-f299de00f1d6" providerId="ADAL" clId="{31FF0010-C699-4873-8A55-E9D4E42EF5A4}" dt="2026-04-09T04:03:31.343" v="6968" actId="1076"/>
          <ac:spMkLst>
            <pc:docMk/>
            <pc:sldMk cId="2585879488" sldId="296"/>
            <ac:spMk id="5" creationId="{4EF506AC-087A-73FE-1993-5F19328902F0}"/>
          </ac:spMkLst>
        </pc:spChg>
        <pc:spChg chg="add mod">
          <ac:chgData name="Ashwin, Prakriti" userId="32497d9e-b105-4d86-b02f-f299de00f1d6" providerId="ADAL" clId="{31FF0010-C699-4873-8A55-E9D4E42EF5A4}" dt="2026-04-02T13:44:56.432" v="499" actId="478"/>
          <ac:spMkLst>
            <pc:docMk/>
            <pc:sldMk cId="2585879488" sldId="296"/>
            <ac:spMk id="6" creationId="{3A6D16AB-000B-26CC-AB05-9DA99D2D3DB9}"/>
          </ac:spMkLst>
        </pc:spChg>
        <pc:spChg chg="mod">
          <ac:chgData name="Ashwin, Prakriti" userId="32497d9e-b105-4d86-b02f-f299de00f1d6" providerId="ADAL" clId="{31FF0010-C699-4873-8A55-E9D4E42EF5A4}" dt="2026-04-09T03:57:46.356" v="6774"/>
          <ac:spMkLst>
            <pc:docMk/>
            <pc:sldMk cId="2585879488" sldId="296"/>
            <ac:spMk id="7" creationId="{2B19AACF-7B35-8340-8D31-8C291A22ECE7}"/>
          </ac:spMkLst>
        </pc:spChg>
        <pc:spChg chg="add mod">
          <ac:chgData name="Ashwin, Prakriti" userId="32497d9e-b105-4d86-b02f-f299de00f1d6" providerId="ADAL" clId="{31FF0010-C699-4873-8A55-E9D4E42EF5A4}" dt="2026-04-02T13:55:09.913" v="1213" actId="20577"/>
          <ac:spMkLst>
            <pc:docMk/>
            <pc:sldMk cId="2585879488" sldId="296"/>
            <ac:spMk id="8" creationId="{3ED99170-CB0C-24F9-2997-294774CAB5BF}"/>
          </ac:spMkLst>
        </pc:spChg>
        <pc:picChg chg="add del mod">
          <ac:chgData name="Ashwin, Prakriti" userId="32497d9e-b105-4d86-b02f-f299de00f1d6" providerId="ADAL" clId="{31FF0010-C699-4873-8A55-E9D4E42EF5A4}" dt="2026-04-09T04:02:15.046" v="6862" actId="478"/>
          <ac:picMkLst>
            <pc:docMk/>
            <pc:sldMk cId="2585879488" sldId="296"/>
            <ac:picMk id="12" creationId="{8D2858DA-E005-EABD-1716-DB9EEF3B62A0}"/>
          </ac:picMkLst>
        </pc:picChg>
        <pc:picChg chg="add mod">
          <ac:chgData name="Ashwin, Prakriti" userId="32497d9e-b105-4d86-b02f-f299de00f1d6" providerId="ADAL" clId="{31FF0010-C699-4873-8A55-E9D4E42EF5A4}" dt="2026-04-09T04:02:20.991" v="6865" actId="14100"/>
          <ac:picMkLst>
            <pc:docMk/>
            <pc:sldMk cId="2585879488" sldId="296"/>
            <ac:picMk id="2050" creationId="{C4670CFE-F929-C6B1-AD6C-DB839CCBB7C6}"/>
          </ac:picMkLst>
        </pc:picChg>
      </pc:sldChg>
      <pc:sldChg chg="addSp delSp modSp mod">
        <pc:chgData name="Ashwin, Prakriti" userId="32497d9e-b105-4d86-b02f-f299de00f1d6" providerId="ADAL" clId="{31FF0010-C699-4873-8A55-E9D4E42EF5A4}" dt="2026-04-09T03:56:22.020" v="6757" actId="255"/>
        <pc:sldMkLst>
          <pc:docMk/>
          <pc:sldMk cId="482601836" sldId="301"/>
        </pc:sldMkLst>
        <pc:spChg chg="add mod">
          <ac:chgData name="Ashwin, Prakriti" userId="32497d9e-b105-4d86-b02f-f299de00f1d6" providerId="ADAL" clId="{31FF0010-C699-4873-8A55-E9D4E42EF5A4}" dt="2026-04-09T03:56:22.020" v="6757" actId="255"/>
          <ac:spMkLst>
            <pc:docMk/>
            <pc:sldMk cId="482601836" sldId="301"/>
            <ac:spMk id="5" creationId="{67B36EAC-B29D-86BF-0916-2457B647B4A0}"/>
          </ac:spMkLst>
        </pc:spChg>
        <pc:spChg chg="add mod">
          <ac:chgData name="Ashwin, Prakriti" userId="32497d9e-b105-4d86-b02f-f299de00f1d6" providerId="ADAL" clId="{31FF0010-C699-4873-8A55-E9D4E42EF5A4}" dt="2026-04-09T01:06:03.374" v="4020" actId="20577"/>
          <ac:spMkLst>
            <pc:docMk/>
            <pc:sldMk cId="482601836" sldId="301"/>
            <ac:spMk id="8" creationId="{55B8B0A1-1C4E-D457-64A5-FEB66BACE9EC}"/>
          </ac:spMkLst>
        </pc:spChg>
        <pc:spChg chg="add mod">
          <ac:chgData name="Ashwin, Prakriti" userId="32497d9e-b105-4d86-b02f-f299de00f1d6" providerId="ADAL" clId="{31FF0010-C699-4873-8A55-E9D4E42EF5A4}" dt="2026-04-02T14:50:47.633" v="3271" actId="478"/>
          <ac:spMkLst>
            <pc:docMk/>
            <pc:sldMk cId="482601836" sldId="301"/>
            <ac:spMk id="11" creationId="{28942FF1-AB1B-17C9-2A35-13B444027294}"/>
          </ac:spMkLst>
        </pc:spChg>
      </pc:sldChg>
      <pc:sldChg chg="addSp delSp modSp mod">
        <pc:chgData name="Ashwin, Prakriti" userId="32497d9e-b105-4d86-b02f-f299de00f1d6" providerId="ADAL" clId="{31FF0010-C699-4873-8A55-E9D4E42EF5A4}" dt="2026-04-09T15:24:11.932" v="7109" actId="20577"/>
        <pc:sldMkLst>
          <pc:docMk/>
          <pc:sldMk cId="1939002776" sldId="302"/>
        </pc:sldMkLst>
        <pc:spChg chg="mod">
          <ac:chgData name="Ashwin, Prakriti" userId="32497d9e-b105-4d86-b02f-f299de00f1d6" providerId="ADAL" clId="{31FF0010-C699-4873-8A55-E9D4E42EF5A4}" dt="2026-04-09T15:24:11.932" v="7109" actId="20577"/>
          <ac:spMkLst>
            <pc:docMk/>
            <pc:sldMk cId="1939002776" sldId="302"/>
            <ac:spMk id="4" creationId="{3751A4F0-66FD-1025-60C5-626056F856D9}"/>
          </ac:spMkLst>
        </pc:spChg>
        <pc:spChg chg="mod">
          <ac:chgData name="Ashwin, Prakriti" userId="32497d9e-b105-4d86-b02f-f299de00f1d6" providerId="ADAL" clId="{31FF0010-C699-4873-8A55-E9D4E42EF5A4}" dt="2026-04-09T04:09:12.881" v="7029" actId="207"/>
          <ac:spMkLst>
            <pc:docMk/>
            <pc:sldMk cId="1939002776" sldId="302"/>
            <ac:spMk id="7" creationId="{B7F976A5-1383-1B26-5079-91678390EDD9}"/>
          </ac:spMkLst>
        </pc:spChg>
        <pc:spChg chg="add mod">
          <ac:chgData name="Ashwin, Prakriti" userId="32497d9e-b105-4d86-b02f-f299de00f1d6" providerId="ADAL" clId="{31FF0010-C699-4873-8A55-E9D4E42EF5A4}" dt="2026-04-02T13:43:04.669" v="420" actId="478"/>
          <ac:spMkLst>
            <pc:docMk/>
            <pc:sldMk cId="1939002776" sldId="302"/>
            <ac:spMk id="13" creationId="{A8B29CDD-8A25-0FD6-CFBA-71BE7F13E259}"/>
          </ac:spMkLst>
        </pc:spChg>
        <pc:spChg chg="add mod">
          <ac:chgData name="Ashwin, Prakriti" userId="32497d9e-b105-4d86-b02f-f299de00f1d6" providerId="ADAL" clId="{31FF0010-C699-4873-8A55-E9D4E42EF5A4}" dt="2026-04-02T13:55:14.167" v="1216" actId="20577"/>
          <ac:spMkLst>
            <pc:docMk/>
            <pc:sldMk cId="1939002776" sldId="302"/>
            <ac:spMk id="14" creationId="{5ED6A034-3540-BA5A-7BB9-04216D72E909}"/>
          </ac:spMkLst>
        </pc:spChg>
        <pc:picChg chg="add mod modCrop">
          <ac:chgData name="Ashwin, Prakriti" userId="32497d9e-b105-4d86-b02f-f299de00f1d6" providerId="ADAL" clId="{31FF0010-C699-4873-8A55-E9D4E42EF5A4}" dt="2026-04-09T04:10:20.088" v="7075" actId="1076"/>
          <ac:picMkLst>
            <pc:docMk/>
            <pc:sldMk cId="1939002776" sldId="302"/>
            <ac:picMk id="6" creationId="{BAE7F218-AFF7-8C01-2D7B-38EA30512596}"/>
          </ac:picMkLst>
        </pc:picChg>
        <pc:picChg chg="add mod">
          <ac:chgData name="Ashwin, Prakriti" userId="32497d9e-b105-4d86-b02f-f299de00f1d6" providerId="ADAL" clId="{31FF0010-C699-4873-8A55-E9D4E42EF5A4}" dt="2026-04-09T04:10:28.125" v="7078" actId="1076"/>
          <ac:picMkLst>
            <pc:docMk/>
            <pc:sldMk cId="1939002776" sldId="302"/>
            <ac:picMk id="9" creationId="{28EB2382-F654-1431-57A0-3C61E02E5F99}"/>
          </ac:picMkLst>
        </pc:picChg>
        <pc:picChg chg="add mod">
          <ac:chgData name="Ashwin, Prakriti" userId="32497d9e-b105-4d86-b02f-f299de00f1d6" providerId="ADAL" clId="{31FF0010-C699-4873-8A55-E9D4E42EF5A4}" dt="2026-04-09T04:10:34.168" v="7079" actId="14100"/>
          <ac:picMkLst>
            <pc:docMk/>
            <pc:sldMk cId="1939002776" sldId="302"/>
            <ac:picMk id="11" creationId="{79DA63D0-E3B4-AC8A-D7B1-2CA668AD46C2}"/>
          </ac:picMkLst>
        </pc:picChg>
        <pc:picChg chg="add del mod">
          <ac:chgData name="Ashwin, Prakriti" userId="32497d9e-b105-4d86-b02f-f299de00f1d6" providerId="ADAL" clId="{31FF0010-C699-4873-8A55-E9D4E42EF5A4}" dt="2026-04-09T04:08:26.687" v="7018" actId="478"/>
          <ac:picMkLst>
            <pc:docMk/>
            <pc:sldMk cId="1939002776" sldId="302"/>
            <ac:picMk id="4100" creationId="{A46731FA-F035-B2C6-2DD4-C1F7154E9643}"/>
          </ac:picMkLst>
        </pc:picChg>
      </pc:sldChg>
      <pc:sldChg chg="addSp delSp modSp mod">
        <pc:chgData name="Ashwin, Prakriti" userId="32497d9e-b105-4d86-b02f-f299de00f1d6" providerId="ADAL" clId="{31FF0010-C699-4873-8A55-E9D4E42EF5A4}" dt="2026-04-09T15:28:51.888" v="7431" actId="255"/>
        <pc:sldMkLst>
          <pc:docMk/>
          <pc:sldMk cId="2721054939" sldId="303"/>
        </pc:sldMkLst>
        <pc:spChg chg="add mod">
          <ac:chgData name="Ashwin, Prakriti" userId="32497d9e-b105-4d86-b02f-f299de00f1d6" providerId="ADAL" clId="{31FF0010-C699-4873-8A55-E9D4E42EF5A4}" dt="2026-04-09T15:28:43.954" v="7428" actId="14100"/>
          <ac:spMkLst>
            <pc:docMk/>
            <pc:sldMk cId="2721054939" sldId="303"/>
            <ac:spMk id="6" creationId="{32BEED00-90D2-4872-4DB3-A2EEB98DD979}"/>
          </ac:spMkLst>
        </pc:spChg>
        <pc:spChg chg="mod">
          <ac:chgData name="Ashwin, Prakriti" userId="32497d9e-b105-4d86-b02f-f299de00f1d6" providerId="ADAL" clId="{31FF0010-C699-4873-8A55-E9D4E42EF5A4}" dt="2026-04-02T14:29:08.646" v="2930" actId="2711"/>
          <ac:spMkLst>
            <pc:docMk/>
            <pc:sldMk cId="2721054939" sldId="303"/>
            <ac:spMk id="7" creationId="{74858EC3-CC1D-E41C-8E41-9AA968220D62}"/>
          </ac:spMkLst>
        </pc:spChg>
        <pc:spChg chg="add mod">
          <ac:chgData name="Ashwin, Prakriti" userId="32497d9e-b105-4d86-b02f-f299de00f1d6" providerId="ADAL" clId="{31FF0010-C699-4873-8A55-E9D4E42EF5A4}" dt="2026-04-02T04:03:55.714" v="31" actId="478"/>
          <ac:spMkLst>
            <pc:docMk/>
            <pc:sldMk cId="2721054939" sldId="303"/>
            <ac:spMk id="9" creationId="{4669A432-0B97-F261-A1F6-2A17F5136505}"/>
          </ac:spMkLst>
        </pc:spChg>
        <pc:spChg chg="add mod">
          <ac:chgData name="Ashwin, Prakriti" userId="32497d9e-b105-4d86-b02f-f299de00f1d6" providerId="ADAL" clId="{31FF0010-C699-4873-8A55-E9D4E42EF5A4}" dt="2026-04-09T01:05:50.371" v="4011" actId="20577"/>
          <ac:spMkLst>
            <pc:docMk/>
            <pc:sldMk cId="2721054939" sldId="303"/>
            <ac:spMk id="12" creationId="{58965D09-1DA1-383D-7C3C-F890F7CE44AB}"/>
          </ac:spMkLst>
        </pc:spChg>
        <pc:graphicFrameChg chg="add mod modGraphic">
          <ac:chgData name="Ashwin, Prakriti" userId="32497d9e-b105-4d86-b02f-f299de00f1d6" providerId="ADAL" clId="{31FF0010-C699-4873-8A55-E9D4E42EF5A4}" dt="2026-04-09T15:28:51.888" v="7431" actId="255"/>
          <ac:graphicFrameMkLst>
            <pc:docMk/>
            <pc:sldMk cId="2721054939" sldId="303"/>
            <ac:graphicFrameMk id="13" creationId="{E80B6862-6E5D-20D9-46AD-FEB41C071D85}"/>
          </ac:graphicFrameMkLst>
        </pc:graphicFrameChg>
      </pc:sldChg>
      <pc:sldChg chg="addSp delSp modSp mod">
        <pc:chgData name="Ashwin, Prakriti" userId="32497d9e-b105-4d86-b02f-f299de00f1d6" providerId="ADAL" clId="{31FF0010-C699-4873-8A55-E9D4E42EF5A4}" dt="2026-04-09T03:50:12.144" v="6545" actId="20577"/>
        <pc:sldMkLst>
          <pc:docMk/>
          <pc:sldMk cId="3556894402" sldId="304"/>
        </pc:sldMkLst>
        <pc:spChg chg="add mod">
          <ac:chgData name="Ashwin, Prakriti" userId="32497d9e-b105-4d86-b02f-f299de00f1d6" providerId="ADAL" clId="{31FF0010-C699-4873-8A55-E9D4E42EF5A4}" dt="2026-04-09T01:05:59.157" v="4017" actId="20577"/>
          <ac:spMkLst>
            <pc:docMk/>
            <pc:sldMk cId="3556894402" sldId="304"/>
            <ac:spMk id="5" creationId="{12F85BDC-7F9B-EA49-65A8-4CA24704A916}"/>
          </ac:spMkLst>
        </pc:spChg>
        <pc:spChg chg="add mod">
          <ac:chgData name="Ashwin, Prakriti" userId="32497d9e-b105-4d86-b02f-f299de00f1d6" providerId="ADAL" clId="{31FF0010-C699-4873-8A55-E9D4E42EF5A4}" dt="2026-04-02T14:04:19.472" v="1505" actId="478"/>
          <ac:spMkLst>
            <pc:docMk/>
            <pc:sldMk cId="3556894402" sldId="304"/>
            <ac:spMk id="9" creationId="{55B05550-D798-2236-3F5C-667EFD32E97B}"/>
          </ac:spMkLst>
        </pc:spChg>
        <pc:spChg chg="mod">
          <ac:chgData name="Ashwin, Prakriti" userId="32497d9e-b105-4d86-b02f-f299de00f1d6" providerId="ADAL" clId="{31FF0010-C699-4873-8A55-E9D4E42EF5A4}" dt="2026-04-09T03:50:12.144" v="6545" actId="20577"/>
          <ac:spMkLst>
            <pc:docMk/>
            <pc:sldMk cId="3556894402" sldId="304"/>
            <ac:spMk id="10" creationId="{5DA68265-1360-F1E1-E40A-32361536A787}"/>
          </ac:spMkLst>
        </pc:spChg>
        <pc:spChg chg="mod">
          <ac:chgData name="Ashwin, Prakriti" userId="32497d9e-b105-4d86-b02f-f299de00f1d6" providerId="ADAL" clId="{31FF0010-C699-4873-8A55-E9D4E42EF5A4}" dt="2026-04-07T23:31:30.587" v="3593" actId="20577"/>
          <ac:spMkLst>
            <pc:docMk/>
            <pc:sldMk cId="3556894402" sldId="304"/>
            <ac:spMk id="23" creationId="{F1F2BEE5-2646-AEAC-CA52-948DBC99E7BF}"/>
          </ac:spMkLst>
        </pc:spChg>
        <pc:cxnChg chg="add">
          <ac:chgData name="Ashwin, Prakriti" userId="32497d9e-b105-4d86-b02f-f299de00f1d6" providerId="ADAL" clId="{31FF0010-C699-4873-8A55-E9D4E42EF5A4}" dt="2026-04-02T14:49:28.884" v="3256" actId="11529"/>
          <ac:cxnSpMkLst>
            <pc:docMk/>
            <pc:sldMk cId="3556894402" sldId="304"/>
            <ac:cxnSpMk id="12" creationId="{FBDBB899-93ED-C5B3-04DB-24688D9E744E}"/>
          </ac:cxnSpMkLst>
        </pc:cxnChg>
      </pc:sldChg>
      <pc:sldChg chg="addSp modSp mod">
        <pc:chgData name="Ashwin, Prakriti" userId="32497d9e-b105-4d86-b02f-f299de00f1d6" providerId="ADAL" clId="{31FF0010-C699-4873-8A55-E9D4E42EF5A4}" dt="2026-04-02T14:02:32.512" v="1362" actId="20577"/>
        <pc:sldMkLst>
          <pc:docMk/>
          <pc:sldMk cId="3884274152" sldId="305"/>
        </pc:sldMkLst>
        <pc:spChg chg="add mod">
          <ac:chgData name="Ashwin, Prakriti" userId="32497d9e-b105-4d86-b02f-f299de00f1d6" providerId="ADAL" clId="{31FF0010-C699-4873-8A55-E9D4E42EF5A4}" dt="2026-04-02T14:02:32.512" v="1362" actId="20577"/>
          <ac:spMkLst>
            <pc:docMk/>
            <pc:sldMk cId="3884274152" sldId="305"/>
            <ac:spMk id="4" creationId="{24F4AE6A-FE95-E3F2-F3F4-34D1429D4DB5}"/>
          </ac:spMkLst>
        </pc:spChg>
      </pc:sldChg>
      <pc:sldChg chg="addSp delSp modSp add mod">
        <pc:chgData name="Ashwin, Prakriti" userId="32497d9e-b105-4d86-b02f-f299de00f1d6" providerId="ADAL" clId="{31FF0010-C699-4873-8A55-E9D4E42EF5A4}" dt="2026-04-09T15:29:32.600" v="7437" actId="255"/>
        <pc:sldMkLst>
          <pc:docMk/>
          <pc:sldMk cId="1104603310" sldId="306"/>
        </pc:sldMkLst>
        <pc:spChg chg="mod">
          <ac:chgData name="Ashwin, Prakriti" userId="32497d9e-b105-4d86-b02f-f299de00f1d6" providerId="ADAL" clId="{31FF0010-C699-4873-8A55-E9D4E42EF5A4}" dt="2026-04-02T04:04:07.703" v="33" actId="20577"/>
          <ac:spMkLst>
            <pc:docMk/>
            <pc:sldMk cId="1104603310" sldId="306"/>
            <ac:spMk id="6" creationId="{D90714B9-8659-D0C2-EB5D-AEC2DB27C404}"/>
          </ac:spMkLst>
        </pc:spChg>
        <pc:spChg chg="mod">
          <ac:chgData name="Ashwin, Prakriti" userId="32497d9e-b105-4d86-b02f-f299de00f1d6" providerId="ADAL" clId="{31FF0010-C699-4873-8A55-E9D4E42EF5A4}" dt="2026-04-09T03:57:01.407" v="6765"/>
          <ac:spMkLst>
            <pc:docMk/>
            <pc:sldMk cId="1104603310" sldId="306"/>
            <ac:spMk id="7" creationId="{576FB24F-3AC5-59B0-E6D5-33E6AB6C14AC}"/>
          </ac:spMkLst>
        </pc:spChg>
        <pc:spChg chg="add mod">
          <ac:chgData name="Ashwin, Prakriti" userId="32497d9e-b105-4d86-b02f-f299de00f1d6" providerId="ADAL" clId="{31FF0010-C699-4873-8A55-E9D4E42EF5A4}" dt="2026-04-09T15:25:08.568" v="7184" actId="20577"/>
          <ac:spMkLst>
            <pc:docMk/>
            <pc:sldMk cId="1104603310" sldId="306"/>
            <ac:spMk id="8" creationId="{482B53D1-9A9B-90E6-1B1C-FD4F76576DA6}"/>
          </ac:spMkLst>
        </pc:spChg>
        <pc:spChg chg="add mod">
          <ac:chgData name="Ashwin, Prakriti" userId="32497d9e-b105-4d86-b02f-f299de00f1d6" providerId="ADAL" clId="{31FF0010-C699-4873-8A55-E9D4E42EF5A4}" dt="2026-04-09T01:05:55.991" v="4015" actId="20577"/>
          <ac:spMkLst>
            <pc:docMk/>
            <pc:sldMk cId="1104603310" sldId="306"/>
            <ac:spMk id="15" creationId="{6DDEFF96-9EB3-0EEC-28BC-4A209BE598C1}"/>
          </ac:spMkLst>
        </pc:spChg>
        <pc:graphicFrameChg chg="add mod modGraphic">
          <ac:chgData name="Ashwin, Prakriti" userId="32497d9e-b105-4d86-b02f-f299de00f1d6" providerId="ADAL" clId="{31FF0010-C699-4873-8A55-E9D4E42EF5A4}" dt="2026-04-09T15:29:32.600" v="7437" actId="255"/>
          <ac:graphicFrameMkLst>
            <pc:docMk/>
            <pc:sldMk cId="1104603310" sldId="306"/>
            <ac:graphicFrameMk id="18" creationId="{38EDFDE7-1A1E-F142-CA90-BE49A3C3CD17}"/>
          </ac:graphicFrameMkLst>
        </pc:graphicFrameChg>
      </pc:sldChg>
      <pc:sldChg chg="addSp delSp modSp add mod">
        <pc:chgData name="Ashwin, Prakriti" userId="32497d9e-b105-4d86-b02f-f299de00f1d6" providerId="ADAL" clId="{31FF0010-C699-4873-8A55-E9D4E42EF5A4}" dt="2026-04-09T15:28:06.601" v="7426" actId="1076"/>
        <pc:sldMkLst>
          <pc:docMk/>
          <pc:sldMk cId="2041538259" sldId="307"/>
        </pc:sldMkLst>
        <pc:spChg chg="mod">
          <ac:chgData name="Ashwin, Prakriti" userId="32497d9e-b105-4d86-b02f-f299de00f1d6" providerId="ADAL" clId="{31FF0010-C699-4873-8A55-E9D4E42EF5A4}" dt="2026-04-09T15:28:06.601" v="7426" actId="1076"/>
          <ac:spMkLst>
            <pc:docMk/>
            <pc:sldMk cId="2041538259" sldId="307"/>
            <ac:spMk id="6" creationId="{80435E34-032C-B7DC-B3C0-98E0083F00FD}"/>
          </ac:spMkLst>
        </pc:spChg>
        <pc:spChg chg="mod">
          <ac:chgData name="Ashwin, Prakriti" userId="32497d9e-b105-4d86-b02f-f299de00f1d6" providerId="ADAL" clId="{31FF0010-C699-4873-8A55-E9D4E42EF5A4}" dt="2026-04-02T14:42:44.464" v="3009" actId="1035"/>
          <ac:spMkLst>
            <pc:docMk/>
            <pc:sldMk cId="2041538259" sldId="307"/>
            <ac:spMk id="7" creationId="{78ADC1DC-6454-56FA-2095-99ACA21B4E6D}"/>
          </ac:spMkLst>
        </pc:spChg>
        <pc:spChg chg="mod">
          <ac:chgData name="Ashwin, Prakriti" userId="32497d9e-b105-4d86-b02f-f299de00f1d6" providerId="ADAL" clId="{31FF0010-C699-4873-8A55-E9D4E42EF5A4}" dt="2026-04-09T01:05:52.958" v="4013" actId="20577"/>
          <ac:spMkLst>
            <pc:docMk/>
            <pc:sldMk cId="2041538259" sldId="307"/>
            <ac:spMk id="12" creationId="{EC6FE2F8-E6A9-8E47-0147-491DF79E35E6}"/>
          </ac:spMkLst>
        </pc:spChg>
        <pc:graphicFrameChg chg="add mod modGraphic">
          <ac:chgData name="Ashwin, Prakriti" userId="32497d9e-b105-4d86-b02f-f299de00f1d6" providerId="ADAL" clId="{31FF0010-C699-4873-8A55-E9D4E42EF5A4}" dt="2026-04-09T15:25:16.797" v="7194" actId="20577"/>
          <ac:graphicFrameMkLst>
            <pc:docMk/>
            <pc:sldMk cId="2041538259" sldId="307"/>
            <ac:graphicFrameMk id="13" creationId="{F49430D8-097C-983B-99FE-23DBB94E8B78}"/>
          </ac:graphicFrameMkLst>
        </pc:graphicFrameChg>
        <pc:picChg chg="add mod">
          <ac:chgData name="Ashwin, Prakriti" userId="32497d9e-b105-4d86-b02f-f299de00f1d6" providerId="ADAL" clId="{31FF0010-C699-4873-8A55-E9D4E42EF5A4}" dt="2026-04-09T04:05:35.693" v="6977" actId="1076"/>
          <ac:picMkLst>
            <pc:docMk/>
            <pc:sldMk cId="2041538259" sldId="307"/>
            <ac:picMk id="14" creationId="{1990EFB0-EA74-7CE1-7B71-3801B324CA43}"/>
          </ac:picMkLst>
        </pc:picChg>
      </pc:sldChg>
      <pc:sldChg chg="add mod modShow">
        <pc:chgData name="Ashwin, Prakriti" userId="32497d9e-b105-4d86-b02f-f299de00f1d6" providerId="ADAL" clId="{31FF0010-C699-4873-8A55-E9D4E42EF5A4}" dt="2026-04-07T23:26:52.913" v="3286" actId="729"/>
        <pc:sldMkLst>
          <pc:docMk/>
          <pc:sldMk cId="2569282758" sldId="308"/>
        </pc:sldMkLst>
      </pc:sldChg>
      <pc:sldChg chg="addSp delSp modSp add mod">
        <pc:chgData name="Ashwin, Prakriti" userId="32497d9e-b105-4d86-b02f-f299de00f1d6" providerId="ADAL" clId="{31FF0010-C699-4873-8A55-E9D4E42EF5A4}" dt="2026-04-09T04:04:07.427" v="6975" actId="1076"/>
        <pc:sldMkLst>
          <pc:docMk/>
          <pc:sldMk cId="2589552718" sldId="309"/>
        </pc:sldMkLst>
        <pc:spChg chg="mod">
          <ac:chgData name="Ashwin, Prakriti" userId="32497d9e-b105-4d86-b02f-f299de00f1d6" providerId="ADAL" clId="{31FF0010-C699-4873-8A55-E9D4E42EF5A4}" dt="2026-04-09T04:03:47.534" v="6971" actId="1076"/>
          <ac:spMkLst>
            <pc:docMk/>
            <pc:sldMk cId="2589552718" sldId="309"/>
            <ac:spMk id="2" creationId="{ABF8773F-4209-F151-D24C-1DA590C141D7}"/>
          </ac:spMkLst>
        </pc:spChg>
        <pc:spChg chg="mod">
          <ac:chgData name="Ashwin, Prakriti" userId="32497d9e-b105-4d86-b02f-f299de00f1d6" providerId="ADAL" clId="{31FF0010-C699-4873-8A55-E9D4E42EF5A4}" dt="2026-04-09T04:01:14.138" v="6860" actId="14100"/>
          <ac:spMkLst>
            <pc:docMk/>
            <pc:sldMk cId="2589552718" sldId="309"/>
            <ac:spMk id="4" creationId="{EE47C8BE-3861-3A2F-97DC-E7A32CE5909C}"/>
          </ac:spMkLst>
        </pc:spChg>
        <pc:spChg chg="add del mod">
          <ac:chgData name="Ashwin, Prakriti" userId="32497d9e-b105-4d86-b02f-f299de00f1d6" providerId="ADAL" clId="{31FF0010-C699-4873-8A55-E9D4E42EF5A4}" dt="2026-04-09T01:15:54.617" v="4386"/>
          <ac:spMkLst>
            <pc:docMk/>
            <pc:sldMk cId="2589552718" sldId="309"/>
            <ac:spMk id="6" creationId="{A9787C24-1BE8-1D20-566F-4D454C0D6049}"/>
          </ac:spMkLst>
        </pc:spChg>
        <pc:spChg chg="mod">
          <ac:chgData name="Ashwin, Prakriti" userId="32497d9e-b105-4d86-b02f-f299de00f1d6" providerId="ADAL" clId="{31FF0010-C699-4873-8A55-E9D4E42EF5A4}" dt="2026-04-09T04:00:25.055" v="6798" actId="1076"/>
          <ac:spMkLst>
            <pc:docMk/>
            <pc:sldMk cId="2589552718" sldId="309"/>
            <ac:spMk id="7" creationId="{691D6B44-A85F-7661-0EE6-6547BFCBBCDB}"/>
          </ac:spMkLst>
        </pc:spChg>
        <pc:spChg chg="add mod">
          <ac:chgData name="Ashwin, Prakriti" userId="32497d9e-b105-4d86-b02f-f299de00f1d6" providerId="ADAL" clId="{31FF0010-C699-4873-8A55-E9D4E42EF5A4}" dt="2026-04-09T04:04:07.427" v="6975" actId="1076"/>
          <ac:spMkLst>
            <pc:docMk/>
            <pc:sldMk cId="2589552718" sldId="309"/>
            <ac:spMk id="10" creationId="{0BE48FFF-2155-F103-70B6-419F45185DE4}"/>
          </ac:spMkLst>
        </pc:spChg>
        <pc:spChg chg="add mod">
          <ac:chgData name="Ashwin, Prakriti" userId="32497d9e-b105-4d86-b02f-f299de00f1d6" providerId="ADAL" clId="{31FF0010-C699-4873-8A55-E9D4E42EF5A4}" dt="2026-04-09T04:03:57.270" v="6974" actId="1076"/>
          <ac:spMkLst>
            <pc:docMk/>
            <pc:sldMk cId="2589552718" sldId="309"/>
            <ac:spMk id="11" creationId="{F388C62F-A6E0-D872-BCE5-34620B3C848F}"/>
          </ac:spMkLst>
        </pc:spChg>
        <pc:spChg chg="mod">
          <ac:chgData name="Ashwin, Prakriti" userId="32497d9e-b105-4d86-b02f-f299de00f1d6" providerId="ADAL" clId="{31FF0010-C699-4873-8A55-E9D4E42EF5A4}" dt="2026-04-09T01:05:47.723" v="4009" actId="20577"/>
          <ac:spMkLst>
            <pc:docMk/>
            <pc:sldMk cId="2589552718" sldId="309"/>
            <ac:spMk id="14" creationId="{E1A8CF9A-4385-5EDD-7CE5-86C383C8B265}"/>
          </ac:spMkLst>
        </pc:spChg>
        <pc:picChg chg="add mod">
          <ac:chgData name="Ashwin, Prakriti" userId="32497d9e-b105-4d86-b02f-f299de00f1d6" providerId="ADAL" clId="{31FF0010-C699-4873-8A55-E9D4E42EF5A4}" dt="2026-04-09T04:01:16.207" v="6861" actId="1076"/>
          <ac:picMkLst>
            <pc:docMk/>
            <pc:sldMk cId="2589552718" sldId="309"/>
            <ac:picMk id="9" creationId="{EF21515E-E0FA-185A-46B1-446A3AF33007}"/>
          </ac:picMkLst>
        </pc:picChg>
        <pc:picChg chg="add mod">
          <ac:chgData name="Ashwin, Prakriti" userId="32497d9e-b105-4d86-b02f-f299de00f1d6" providerId="ADAL" clId="{31FF0010-C699-4873-8A55-E9D4E42EF5A4}" dt="2026-04-09T04:03:53.946" v="6973" actId="1076"/>
          <ac:picMkLst>
            <pc:docMk/>
            <pc:sldMk cId="2589552718" sldId="309"/>
            <ac:picMk id="1026" creationId="{9D91755A-1D99-E4AC-A044-10618C859841}"/>
          </ac:picMkLst>
        </pc:picChg>
      </pc:sldChg>
      <pc:sldChg chg="modSp add del mod">
        <pc:chgData name="Ashwin, Prakriti" userId="32497d9e-b105-4d86-b02f-f299de00f1d6" providerId="ADAL" clId="{31FF0010-C699-4873-8A55-E9D4E42EF5A4}" dt="2026-04-09T15:28:57.956" v="7432" actId="47"/>
        <pc:sldMkLst>
          <pc:docMk/>
          <pc:sldMk cId="3908179382" sldId="310"/>
        </pc:sldMkLst>
        <pc:spChg chg="mod">
          <ac:chgData name="Ashwin, Prakriti" userId="32497d9e-b105-4d86-b02f-f299de00f1d6" providerId="ADAL" clId="{31FF0010-C699-4873-8A55-E9D4E42EF5A4}" dt="2026-04-09T03:33:42.779" v="5798" actId="20577"/>
          <ac:spMkLst>
            <pc:docMk/>
            <pc:sldMk cId="3908179382" sldId="310"/>
            <ac:spMk id="6" creationId="{47F1E6FD-AED3-740C-8820-193C52E8FC71}"/>
          </ac:spMkLst>
        </pc:spChg>
        <pc:graphicFrameChg chg="mod modGraphic">
          <ac:chgData name="Ashwin, Prakriti" userId="32497d9e-b105-4d86-b02f-f299de00f1d6" providerId="ADAL" clId="{31FF0010-C699-4873-8A55-E9D4E42EF5A4}" dt="2026-04-09T03:44:37.038" v="6335" actId="20577"/>
          <ac:graphicFrameMkLst>
            <pc:docMk/>
            <pc:sldMk cId="3908179382" sldId="310"/>
            <ac:graphicFrameMk id="13" creationId="{426934FC-D7F4-7F60-1F5C-0CF16CF4D66C}"/>
          </ac:graphicFrameMkLst>
        </pc:graphicFrameChg>
      </pc:sldChg>
      <pc:sldChg chg="modSp add del mod">
        <pc:chgData name="Ashwin, Prakriti" userId="32497d9e-b105-4d86-b02f-f299de00f1d6" providerId="ADAL" clId="{31FF0010-C699-4873-8A55-E9D4E42EF5A4}" dt="2026-04-09T15:30:41.204" v="7438" actId="47"/>
        <pc:sldMkLst>
          <pc:docMk/>
          <pc:sldMk cId="1418802108" sldId="311"/>
        </pc:sldMkLst>
        <pc:spChg chg="mod">
          <ac:chgData name="Ashwin, Prakriti" userId="32497d9e-b105-4d86-b02f-f299de00f1d6" providerId="ADAL" clId="{31FF0010-C699-4873-8A55-E9D4E42EF5A4}" dt="2026-04-09T03:56:53.564" v="6764" actId="948"/>
          <ac:spMkLst>
            <pc:docMk/>
            <pc:sldMk cId="1418802108" sldId="311"/>
            <ac:spMk id="7" creationId="{8C8046A6-FB6E-15D6-5AD9-48023501D1DC}"/>
          </ac:spMkLst>
        </pc:spChg>
        <pc:spChg chg="mod">
          <ac:chgData name="Ashwin, Prakriti" userId="32497d9e-b105-4d86-b02f-f299de00f1d6" providerId="ADAL" clId="{31FF0010-C699-4873-8A55-E9D4E42EF5A4}" dt="2026-04-09T03:58:34.024" v="6787" actId="2711"/>
          <ac:spMkLst>
            <pc:docMk/>
            <pc:sldMk cId="1418802108" sldId="311"/>
            <ac:spMk id="8" creationId="{2F5CBE8D-7A7C-F765-3BD4-6CA2C5086E8B}"/>
          </ac:spMkLst>
        </pc:spChg>
        <pc:graphicFrameChg chg="mod modGraphic">
          <ac:chgData name="Ashwin, Prakriti" userId="32497d9e-b105-4d86-b02f-f299de00f1d6" providerId="ADAL" clId="{31FF0010-C699-4873-8A55-E9D4E42EF5A4}" dt="2026-04-09T03:48:58.774" v="6518" actId="20577"/>
          <ac:graphicFrameMkLst>
            <pc:docMk/>
            <pc:sldMk cId="1418802108" sldId="311"/>
            <ac:graphicFrameMk id="18" creationId="{6D7C918E-5105-F13A-9323-306090799F49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89EDB-3FDD-4915-A3CE-62FA29C01A3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42649-1860-4D03-9360-22C2D8836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61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499FB-0CC7-453D-9493-CBDCD6D233E2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6A24B-926E-40EB-9E1B-5321DC37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94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10000"/>
      </a:lnSpc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112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46075" indent="-11747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57200" indent="-11112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457200" indent="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Save this document with a new name before you begin work.</a:t>
            </a:r>
          </a:p>
          <a:p>
            <a:pPr marL="0" indent="0">
              <a:buNone/>
            </a:pPr>
            <a:r>
              <a:rPr lang="en-US" sz="1200" dirty="0"/>
              <a:t>When adding a new slide, click on the small arrow next to “New Slide” on the toolbar. Select the layout that will best fit the content you want to add.</a:t>
            </a:r>
          </a:p>
          <a:p>
            <a:pPr marL="0" indent="0">
              <a:buNone/>
            </a:pPr>
            <a:r>
              <a:rPr lang="en-US" sz="1200" dirty="0"/>
              <a:t>Change the layout of an existing slide: click the “Layout” button on the top toolbar to reformat your existing content to another master slide.</a:t>
            </a:r>
          </a:p>
          <a:p>
            <a:pPr marL="0" indent="0">
              <a:buNone/>
            </a:pPr>
            <a:r>
              <a:rPr lang="en-US" sz="1200" dirty="0"/>
              <a:t>Refer to </a:t>
            </a:r>
            <a:r>
              <a:rPr lang="en-US" sz="1200" b="1" dirty="0" err="1"/>
              <a:t>utdallas.edu</a:t>
            </a:r>
            <a:r>
              <a:rPr lang="en-US" sz="1200" b="1" dirty="0"/>
              <a:t>/brand</a:t>
            </a:r>
            <a:r>
              <a:rPr lang="en-US" sz="1200" dirty="0"/>
              <a:t> for specific rules on using the University logos and wordmarks.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509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Copy and paste these onto various slides to highlight main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75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DC293-F2C0-6E18-4DBF-6234CA8EE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DBA4E-416E-98C5-A38D-BFCE9BDAD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4D587-C57C-F940-1D83-CC3A9EAFA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Copy and paste these onto various slides to highlight main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D5B2D-8249-2F62-BF6E-AFEBBFAB6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29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21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0E32A-73C0-0B95-50E3-F2E2C2FC9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13800-2E3C-82C6-EE84-B7A4094DA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EB88F-A796-F8CB-5F82-2EDB9C223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189A5-33D8-FFC9-3EAB-DA0899C91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4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AEB95-5800-86E6-417F-133D7ED2D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8214B-8B95-51A7-9124-8D37D55D9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2AE4B-C322-473E-A45D-0488AE7A6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8EFB9-9D9C-7013-23C7-FFE45D435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52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2299E-775C-884C-BF33-835C9BF97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A5A03-2817-1F5B-40E3-D280E9690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238E2-AB7A-10EF-EBE1-817116D37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69B17-BD19-064B-0000-EAA412B36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2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320A-114F-2596-F63A-539764DB4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9C502-96C7-EA64-AF1F-2F5550F2C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F4224-5F9B-E2E3-4100-A4C7A06E3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88237-E6EB-F8A8-43E5-467905DA1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81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B144-D9C1-D0F4-62CD-0964E5A92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3A9EA-8E30-E8B3-9522-9BAA5920F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A6E26-3154-C35F-396B-E7BEAC4DF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59D60-37D0-4290-6CF0-982E1DF59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96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389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6325D-BB2D-AA10-A983-41A465D22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9004F-3B81-D0AA-CED7-A736AD398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334ADC-BC1B-2CD7-695C-4F5E2F7C7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0ED20-FEFA-5EB9-009E-FFA969639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94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gradFill>
          <a:gsLst>
            <a:gs pos="0">
              <a:schemeClr val="accent4">
                <a:lumMod val="63000"/>
                <a:lumOff val="37000"/>
              </a:schemeClr>
            </a:gs>
            <a:gs pos="76000">
              <a:schemeClr val="accent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3529BBA-188B-9258-7DCF-5C8B7A0480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95C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673" y="1905001"/>
            <a:ext cx="10375675" cy="2225262"/>
          </a:xfrm>
        </p:spPr>
        <p:txBody>
          <a:bodyPr anchor="ctr"/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899605" y="4620890"/>
            <a:ext cx="10377927" cy="1415772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2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904048" y="1732950"/>
            <a:ext cx="10373553" cy="2672550"/>
            <a:chOff x="914400" y="1732950"/>
            <a:chExt cx="7316788" cy="267255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914400" y="1732950"/>
              <a:ext cx="73152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915988" y="4302313"/>
              <a:ext cx="7315200" cy="103187"/>
            </a:xfrm>
            <a:custGeom>
              <a:avLst/>
              <a:gdLst>
                <a:gd name="T0" fmla="*/ 0 w 4608"/>
                <a:gd name="T1" fmla="*/ 0 h 65"/>
                <a:gd name="T2" fmla="*/ 224 w 4608"/>
                <a:gd name="T3" fmla="*/ 0 h 65"/>
                <a:gd name="T4" fmla="*/ 286 w 4608"/>
                <a:gd name="T5" fmla="*/ 65 h 65"/>
                <a:gd name="T6" fmla="*/ 349 w 4608"/>
                <a:gd name="T7" fmla="*/ 0 h 65"/>
                <a:gd name="T8" fmla="*/ 4608 w 460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8" h="65">
                  <a:moveTo>
                    <a:pt x="0" y="0"/>
                  </a:moveTo>
                  <a:lnTo>
                    <a:pt x="224" y="0"/>
                  </a:lnTo>
                  <a:lnTo>
                    <a:pt x="286" y="65"/>
                  </a:lnTo>
                  <a:lnTo>
                    <a:pt x="349" y="0"/>
                  </a:lnTo>
                  <a:lnTo>
                    <a:pt x="4608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14891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or 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157507" y="2589836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2566389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4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2157507" y="3504241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5" name="Text Placeholder 29"/>
          <p:cNvSpPr>
            <a:spLocks noGrp="1"/>
          </p:cNvSpPr>
          <p:nvPr>
            <p:ph type="body" sz="quarter" idx="30" hasCustomPrompt="1"/>
          </p:nvPr>
        </p:nvSpPr>
        <p:spPr>
          <a:xfrm>
            <a:off x="914400" y="3480794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6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2157507" y="4418646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7" name="Text Placeholder 29"/>
          <p:cNvSpPr>
            <a:spLocks noGrp="1"/>
          </p:cNvSpPr>
          <p:nvPr>
            <p:ph type="body" sz="quarter" idx="32" hasCustomPrompt="1"/>
          </p:nvPr>
        </p:nvSpPr>
        <p:spPr>
          <a:xfrm>
            <a:off x="914400" y="4395199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8" name="Text Placeholder 3"/>
          <p:cNvSpPr>
            <a:spLocks noGrp="1"/>
          </p:cNvSpPr>
          <p:nvPr>
            <p:ph type="body" sz="half" idx="33" hasCustomPrompt="1"/>
          </p:nvPr>
        </p:nvSpPr>
        <p:spPr>
          <a:xfrm>
            <a:off x="7643907" y="2589836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9" name="Text Placeholder 29"/>
          <p:cNvSpPr>
            <a:spLocks noGrp="1"/>
          </p:cNvSpPr>
          <p:nvPr>
            <p:ph type="body" sz="quarter" idx="34" hasCustomPrompt="1"/>
          </p:nvPr>
        </p:nvSpPr>
        <p:spPr>
          <a:xfrm>
            <a:off x="6400800" y="2566389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0" name="Text Placeholder 3"/>
          <p:cNvSpPr>
            <a:spLocks noGrp="1"/>
          </p:cNvSpPr>
          <p:nvPr>
            <p:ph type="body" sz="half" idx="35" hasCustomPrompt="1"/>
          </p:nvPr>
        </p:nvSpPr>
        <p:spPr>
          <a:xfrm>
            <a:off x="7643907" y="3504241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01" name="Text Placeholder 29"/>
          <p:cNvSpPr>
            <a:spLocks noGrp="1"/>
          </p:cNvSpPr>
          <p:nvPr>
            <p:ph type="body" sz="quarter" idx="36" hasCustomPrompt="1"/>
          </p:nvPr>
        </p:nvSpPr>
        <p:spPr>
          <a:xfrm>
            <a:off x="6400800" y="3480794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2" name="Text Placeholder 3"/>
          <p:cNvSpPr>
            <a:spLocks noGrp="1"/>
          </p:cNvSpPr>
          <p:nvPr>
            <p:ph type="body" sz="half" idx="37" hasCustomPrompt="1"/>
          </p:nvPr>
        </p:nvSpPr>
        <p:spPr>
          <a:xfrm>
            <a:off x="7643907" y="4418646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03" name="Text Placeholder 29"/>
          <p:cNvSpPr>
            <a:spLocks noGrp="1"/>
          </p:cNvSpPr>
          <p:nvPr>
            <p:ph type="body" sz="quarter" idx="38" hasCustomPrompt="1"/>
          </p:nvPr>
        </p:nvSpPr>
        <p:spPr>
          <a:xfrm>
            <a:off x="6400800" y="4395199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23B5B04-5E17-D640-81C3-D4B82468A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3D31BE0-CD3A-E04E-A7FB-DB5B5BA20F18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90E21A4-2E8D-074F-9AC0-6CC72988CEFE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515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/>
          <p:cNvSpPr>
            <a:spLocks noGrp="1"/>
          </p:cNvSpPr>
          <p:nvPr>
            <p:ph sz="quarter" idx="15"/>
          </p:nvPr>
        </p:nvSpPr>
        <p:spPr>
          <a:xfrm>
            <a:off x="914400" y="2073443"/>
            <a:ext cx="4876800" cy="3657602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Content Placeholder 13"/>
          <p:cNvSpPr>
            <a:spLocks noGrp="1"/>
          </p:cNvSpPr>
          <p:nvPr>
            <p:ph sz="quarter" idx="16"/>
          </p:nvPr>
        </p:nvSpPr>
        <p:spPr>
          <a:xfrm>
            <a:off x="6400800" y="2073443"/>
            <a:ext cx="4876800" cy="3657602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8256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7544534-439F-AC4D-8175-3A0054377E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9DF341-20B3-E346-8FF0-76CE642F753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4430E6-55F7-9645-B1AD-7A36482991AF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5337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914400" y="2083443"/>
            <a:ext cx="6705600" cy="3619982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8229600" y="2083443"/>
            <a:ext cx="3048000" cy="3619982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AC143F5-5835-FF41-B347-AE8DD6C23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8256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578496-797C-6A44-9F2A-6548E9769A5E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0963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914400" y="2057400"/>
            <a:ext cx="3048000" cy="3657600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4572000" y="2057400"/>
            <a:ext cx="6705600" cy="3657600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87FA64-9DF7-8D4F-AF09-1AB2C5A5FA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8256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C2948ED-1B22-8845-A0B4-BB068DE3F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5BAACCF-3F9D-8B43-96E7-088709E2432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30C6B5-36C4-2B45-81A5-1AEAF187248E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754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914400" y="2057400"/>
            <a:ext cx="3048000" cy="3657600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  <a:lvl4pPr>
              <a:spcAft>
                <a:spcPts val="600"/>
              </a:spcAft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9" name="Content Placeholder 37"/>
          <p:cNvSpPr>
            <a:spLocks noGrp="1"/>
          </p:cNvSpPr>
          <p:nvPr>
            <p:ph sz="quarter" idx="16"/>
          </p:nvPr>
        </p:nvSpPr>
        <p:spPr>
          <a:xfrm>
            <a:off x="4572000" y="2057400"/>
            <a:ext cx="3048000" cy="3657600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8229600" y="2057400"/>
            <a:ext cx="3048000" cy="3657600"/>
          </a:xfrm>
        </p:spPr>
        <p:txBody>
          <a:bodyPr/>
          <a:lstStyle>
            <a:lvl1pPr>
              <a:defRPr>
                <a:solidFill>
                  <a:srgbClr val="C95C3A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E5114E4-6AB8-AA4F-A8E8-C54E55AA61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8256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0D43117-3128-D24E-806D-357156928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030A223-6475-C340-ACC1-06799CD611C8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C8E98D-8F15-4247-8D5D-7D5CD99265DE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876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ADF050F-4B96-8F47-9ED5-126B6BB4A7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8256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59F6DB-F72B-CD48-A567-A92CD37A8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ACC2408-BEEC-F148-B9BC-F196717E8C05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E6F19-B158-8F4A-A1E8-F43562F62F56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67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 userDrawn="1">
            <p:ph type="chart" sz="quarter" idx="29" hasCustomPrompt="1"/>
          </p:nvPr>
        </p:nvSpPr>
        <p:spPr>
          <a:xfrm>
            <a:off x="914400" y="2057400"/>
            <a:ext cx="10363200" cy="40005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 from template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D528D74-618E-334B-87B7-D7EDA262D7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8256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B7DC360-7098-D941-A67E-D28011BF65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45434D-4ACA-7B4C-A494-98A8512F0FAB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BFCA18-7E9E-E74A-833D-B47F23A04116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301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5D0418A-ADC7-7C49-8916-57C1A6D29F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8256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290282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Main Idea">
    <p:bg>
      <p:bgPr>
        <a:gradFill>
          <a:gsLst>
            <a:gs pos="0">
              <a:schemeClr val="accent4">
                <a:lumMod val="63000"/>
                <a:lumOff val="37000"/>
              </a:schemeClr>
            </a:gs>
            <a:gs pos="76000">
              <a:schemeClr val="accent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14EA94B-8B4D-A7D3-7F8D-D115A233A63D}"/>
              </a:ext>
            </a:extLst>
          </p:cNvPr>
          <p:cNvSpPr/>
          <p:nvPr userDrawn="1"/>
        </p:nvSpPr>
        <p:spPr>
          <a:xfrm>
            <a:off x="-8490" y="0"/>
            <a:ext cx="12192000" cy="6858000"/>
          </a:xfrm>
          <a:prstGeom prst="rect">
            <a:avLst/>
          </a:prstGeom>
          <a:solidFill>
            <a:srgbClr val="C95C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A1FD6F9-D212-2E42-B64E-F33E6A95F5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673" y="1905001"/>
            <a:ext cx="10375675" cy="2225262"/>
          </a:xfrm>
        </p:spPr>
        <p:txBody>
          <a:bodyPr anchor="ctr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899605" y="4620890"/>
            <a:ext cx="10377927" cy="1415772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1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904048" y="1732950"/>
            <a:ext cx="10373553" cy="2672550"/>
            <a:chOff x="914400" y="1732950"/>
            <a:chExt cx="7316788" cy="2672550"/>
          </a:xfrm>
        </p:grpSpPr>
        <p:cxnSp>
          <p:nvCxnSpPr>
            <p:cNvPr id="11" name="Straight Connector 10"/>
            <p:cNvCxnSpPr>
              <a:cxnSpLocks/>
            </p:cNvCxnSpPr>
            <p:nvPr userDrawn="1"/>
          </p:nvCxnSpPr>
          <p:spPr>
            <a:xfrm>
              <a:off x="914400" y="1732950"/>
              <a:ext cx="73152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915988" y="4302313"/>
              <a:ext cx="7315200" cy="103187"/>
            </a:xfrm>
            <a:custGeom>
              <a:avLst/>
              <a:gdLst>
                <a:gd name="T0" fmla="*/ 0 w 4608"/>
                <a:gd name="T1" fmla="*/ 0 h 65"/>
                <a:gd name="T2" fmla="*/ 224 w 4608"/>
                <a:gd name="T3" fmla="*/ 0 h 65"/>
                <a:gd name="T4" fmla="*/ 286 w 4608"/>
                <a:gd name="T5" fmla="*/ 65 h 65"/>
                <a:gd name="T6" fmla="*/ 349 w 4608"/>
                <a:gd name="T7" fmla="*/ 0 h 65"/>
                <a:gd name="T8" fmla="*/ 4608 w 460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8" h="65">
                  <a:moveTo>
                    <a:pt x="0" y="0"/>
                  </a:moveTo>
                  <a:lnTo>
                    <a:pt x="224" y="0"/>
                  </a:lnTo>
                  <a:lnTo>
                    <a:pt x="286" y="65"/>
                  </a:lnTo>
                  <a:lnTo>
                    <a:pt x="349" y="0"/>
                  </a:lnTo>
                  <a:lnTo>
                    <a:pt x="4608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8507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Main Idea-2">
    <p:bg>
      <p:bgPr>
        <a:gradFill>
          <a:gsLst>
            <a:gs pos="0">
              <a:schemeClr val="accent4">
                <a:lumMod val="63000"/>
                <a:lumOff val="37000"/>
              </a:schemeClr>
            </a:gs>
            <a:gs pos="76000">
              <a:schemeClr val="accent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80AB6B-E1DF-694D-666C-60D989EBBA83}"/>
              </a:ext>
            </a:extLst>
          </p:cNvPr>
          <p:cNvSpPr/>
          <p:nvPr userDrawn="1"/>
        </p:nvSpPr>
        <p:spPr>
          <a:xfrm>
            <a:off x="-27905" y="0"/>
            <a:ext cx="12192000" cy="6858000"/>
          </a:xfrm>
          <a:prstGeom prst="rect">
            <a:avLst/>
          </a:prstGeom>
          <a:solidFill>
            <a:srgbClr val="C95C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A1FD6F9-D212-2E42-B64E-F33E6A95F5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673" y="1127050"/>
            <a:ext cx="5192783" cy="3555295"/>
          </a:xfrm>
        </p:spPr>
        <p:txBody>
          <a:bodyPr anchor="ctr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899605" y="5024927"/>
            <a:ext cx="5192851" cy="1415772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1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904048" y="1009936"/>
            <a:ext cx="518840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6"/>
          <p:cNvSpPr>
            <a:spLocks/>
          </p:cNvSpPr>
          <p:nvPr userDrawn="1"/>
        </p:nvSpPr>
        <p:spPr bwMode="auto">
          <a:xfrm>
            <a:off x="906298" y="4802043"/>
            <a:ext cx="5161797" cy="103187"/>
          </a:xfrm>
          <a:custGeom>
            <a:avLst/>
            <a:gdLst>
              <a:gd name="T0" fmla="*/ 0 w 4608"/>
              <a:gd name="T1" fmla="*/ 0 h 65"/>
              <a:gd name="T2" fmla="*/ 224 w 4608"/>
              <a:gd name="T3" fmla="*/ 0 h 65"/>
              <a:gd name="T4" fmla="*/ 286 w 4608"/>
              <a:gd name="T5" fmla="*/ 65 h 65"/>
              <a:gd name="T6" fmla="*/ 349 w 4608"/>
              <a:gd name="T7" fmla="*/ 0 h 65"/>
              <a:gd name="T8" fmla="*/ 4608 w 4608"/>
              <a:gd name="T9" fmla="*/ 0 h 65"/>
              <a:gd name="connsiteX0" fmla="*/ 0 w 4977"/>
              <a:gd name="connsiteY0" fmla="*/ 0 h 10000"/>
              <a:gd name="connsiteX1" fmla="*/ 486 w 4977"/>
              <a:gd name="connsiteY1" fmla="*/ 0 h 10000"/>
              <a:gd name="connsiteX2" fmla="*/ 621 w 4977"/>
              <a:gd name="connsiteY2" fmla="*/ 10000 h 10000"/>
              <a:gd name="connsiteX3" fmla="*/ 757 w 4977"/>
              <a:gd name="connsiteY3" fmla="*/ 0 h 10000"/>
              <a:gd name="connsiteX4" fmla="*/ 4977 w 4977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" h="10000">
                <a:moveTo>
                  <a:pt x="0" y="0"/>
                </a:moveTo>
                <a:lnTo>
                  <a:pt x="486" y="0"/>
                </a:lnTo>
                <a:lnTo>
                  <a:pt x="621" y="10000"/>
                </a:lnTo>
                <a:cubicBezTo>
                  <a:pt x="666" y="6667"/>
                  <a:pt x="712" y="3333"/>
                  <a:pt x="757" y="0"/>
                </a:cubicBezTo>
                <a:lnTo>
                  <a:pt x="4977" y="0"/>
                </a:lnTo>
              </a:path>
            </a:pathLst>
          </a:custGeom>
          <a:noFill/>
          <a:ln w="9525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76393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Main Idea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508" y="1905001"/>
            <a:ext cx="10366800" cy="2225262"/>
          </a:xfrm>
        </p:spPr>
        <p:txBody>
          <a:bodyPr anchor="ctr"/>
          <a:lstStyle>
            <a:lvl1pPr>
              <a:lnSpc>
                <a:spcPct val="95000"/>
              </a:lnSpc>
              <a:defRPr sz="4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11441" y="4620890"/>
            <a:ext cx="10369051" cy="1415772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10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tx2">
                    <a:lumMod val="60000"/>
                    <a:lumOff val="40000"/>
                  </a:schemeClr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tx2">
                    <a:lumMod val="60000"/>
                    <a:lumOff val="40000"/>
                  </a:schemeClr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tx2">
                    <a:lumMod val="60000"/>
                    <a:lumOff val="40000"/>
                  </a:schemeClr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tx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911508" y="1732950"/>
            <a:ext cx="10369051" cy="2672550"/>
            <a:chOff x="914400" y="1732950"/>
            <a:chExt cx="7316788" cy="267255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914400" y="1732950"/>
              <a:ext cx="731520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915988" y="4302313"/>
              <a:ext cx="7315200" cy="103187"/>
            </a:xfrm>
            <a:custGeom>
              <a:avLst/>
              <a:gdLst>
                <a:gd name="T0" fmla="*/ 0 w 4608"/>
                <a:gd name="T1" fmla="*/ 0 h 65"/>
                <a:gd name="T2" fmla="*/ 224 w 4608"/>
                <a:gd name="T3" fmla="*/ 0 h 65"/>
                <a:gd name="T4" fmla="*/ 286 w 4608"/>
                <a:gd name="T5" fmla="*/ 65 h 65"/>
                <a:gd name="T6" fmla="*/ 349 w 4608"/>
                <a:gd name="T7" fmla="*/ 0 h 65"/>
                <a:gd name="T8" fmla="*/ 4608 w 460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8" h="65">
                  <a:moveTo>
                    <a:pt x="0" y="0"/>
                  </a:moveTo>
                  <a:lnTo>
                    <a:pt x="224" y="0"/>
                  </a:lnTo>
                  <a:lnTo>
                    <a:pt x="286" y="65"/>
                  </a:lnTo>
                  <a:lnTo>
                    <a:pt x="349" y="0"/>
                  </a:lnTo>
                  <a:lnTo>
                    <a:pt x="4608" y="0"/>
                  </a:lnTo>
                </a:path>
              </a:pathLst>
            </a:custGeom>
            <a:noFill/>
            <a:ln w="9525" cap="flat">
              <a:solidFill>
                <a:schemeClr val="accent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13999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 userDrawn="1"/>
        </p:nvSpPr>
        <p:spPr>
          <a:xfrm>
            <a:off x="-1270000" y="2959100"/>
            <a:ext cx="65" cy="30239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37" name="Text Placeholder 31"/>
          <p:cNvSpPr>
            <a:spLocks noGrp="1"/>
          </p:cNvSpPr>
          <p:nvPr>
            <p:ph type="body" sz="quarter" idx="10"/>
          </p:nvPr>
        </p:nvSpPr>
        <p:spPr>
          <a:xfrm>
            <a:off x="8223684" y="2904236"/>
            <a:ext cx="3068713" cy="2746756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defRPr lang="en-US" sz="1700" i="0" dirty="0" smtClean="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>
                <a:solidFill>
                  <a:schemeClr val="tx1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>
                <a:solidFill>
                  <a:schemeClr val="tx1"/>
                </a:solidFill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902208" y="2940813"/>
            <a:ext cx="6117069" cy="2946231"/>
          </a:xfrm>
        </p:spPr>
        <p:txBody>
          <a:bodyPr/>
          <a:lstStyle>
            <a:lvl1pPr marL="0" algn="r" defTabSz="914400" rtl="0" eaLnBrk="1" latinLnBrk="0" hangingPunct="1">
              <a:lnSpc>
                <a:spcPct val="70000"/>
              </a:lnSpc>
              <a:buNone/>
              <a:defRPr lang="en-US" sz="7000" kern="1200" dirty="0" smtClean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640431" y="2769834"/>
            <a:ext cx="0" cy="2881159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9E3085-A0AF-2F49-90EE-52FB15584E6C}"/>
              </a:ext>
            </a:extLst>
          </p:cNvPr>
          <p:cNvCxnSpPr/>
          <p:nvPr userDrawn="1"/>
        </p:nvCxnSpPr>
        <p:spPr>
          <a:xfrm>
            <a:off x="7684952" y="2769834"/>
            <a:ext cx="0" cy="288115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853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 userDrawn="1"/>
        </p:nvSpPr>
        <p:spPr>
          <a:xfrm>
            <a:off x="10886832" y="6589188"/>
            <a:ext cx="390769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12EB7FDA-3CFA-48E9-9A35-E50E94D3505F}" type="slidenum">
              <a:rPr lang="en-US" sz="80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pPr algn="r"/>
              <a:t>‹#›</a:t>
            </a:fld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577967"/>
            <a:ext cx="6705600" cy="134332"/>
          </a:xfrm>
        </p:spPr>
        <p:txBody>
          <a:bodyPr wrap="square" anchor="b">
            <a:spAutoFit/>
          </a:bodyPr>
          <a:lstStyle>
            <a:lvl1pPr>
              <a:defRPr sz="80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1"/>
            <a:ext cx="12192000" cy="6908105"/>
            <a:chOff x="0" y="0"/>
            <a:chExt cx="9144000" cy="6908105"/>
          </a:xfrm>
        </p:grpSpPr>
        <p:grpSp>
          <p:nvGrpSpPr>
            <p:cNvPr id="30" name="Group 29"/>
            <p:cNvGrpSpPr/>
            <p:nvPr userDrawn="1"/>
          </p:nvGrpSpPr>
          <p:grpSpPr>
            <a:xfrm>
              <a:off x="0" y="0"/>
              <a:ext cx="9144000" cy="6858000"/>
              <a:chOff x="0" y="0"/>
              <a:chExt cx="9144000" cy="6858000"/>
            </a:xfrm>
            <a:solidFill>
              <a:schemeClr val="bg1">
                <a:lumMod val="95000"/>
              </a:schemeClr>
            </a:solidFill>
          </p:grpSpPr>
          <p:sp>
            <p:nvSpPr>
              <p:cNvPr id="46" name="Rectangle 45"/>
              <p:cNvSpPr>
                <a:spLocks noChangeAspect="1"/>
              </p:cNvSpPr>
              <p:nvPr/>
            </p:nvSpPr>
            <p:spPr>
              <a:xfrm>
                <a:off x="0" y="0"/>
                <a:ext cx="6858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solidFill>
                    <a:srgbClr val="F26531"/>
                  </a:solidFill>
                </a:endParaRPr>
              </a:p>
            </p:txBody>
          </p:sp>
          <p:sp>
            <p:nvSpPr>
              <p:cNvPr id="47" name="Rectangle 46"/>
              <p:cNvSpPr>
                <a:spLocks noChangeAspect="1"/>
              </p:cNvSpPr>
              <p:nvPr/>
            </p:nvSpPr>
            <p:spPr>
              <a:xfrm>
                <a:off x="8458200" y="0"/>
                <a:ext cx="6858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solidFill>
                    <a:srgbClr val="F26531"/>
                  </a:solidFill>
                </a:endParaRPr>
              </a:p>
            </p:txBody>
          </p:sp>
          <p:sp>
            <p:nvSpPr>
              <p:cNvPr id="48" name="Rectangle 47"/>
              <p:cNvSpPr>
                <a:spLocks noChangeAspect="1"/>
              </p:cNvSpPr>
              <p:nvPr/>
            </p:nvSpPr>
            <p:spPr>
              <a:xfrm>
                <a:off x="0" y="0"/>
                <a:ext cx="8458200" cy="685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solidFill>
                    <a:srgbClr val="F26531"/>
                  </a:solidFill>
                </a:endParaRPr>
              </a:p>
            </p:txBody>
          </p:sp>
          <p:sp>
            <p:nvSpPr>
              <p:cNvPr id="49" name="Rectangle 48"/>
              <p:cNvSpPr>
                <a:spLocks noChangeAspect="1"/>
              </p:cNvSpPr>
              <p:nvPr/>
            </p:nvSpPr>
            <p:spPr>
              <a:xfrm>
                <a:off x="0" y="6172200"/>
                <a:ext cx="9144000" cy="685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solidFill>
                    <a:srgbClr val="F26531"/>
                  </a:solidFill>
                </a:endParaRPr>
              </a:p>
            </p:txBody>
          </p:sp>
        </p:grpSp>
        <p:cxnSp>
          <p:nvCxnSpPr>
            <p:cNvPr id="31" name="Straight Connector 30"/>
            <p:cNvCxnSpPr/>
            <p:nvPr userDrawn="1"/>
          </p:nvCxnSpPr>
          <p:spPr>
            <a:xfrm flipV="1">
              <a:off x="685800" y="0"/>
              <a:ext cx="0" cy="6858001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 flipV="1">
              <a:off x="8458200" y="0"/>
              <a:ext cx="0" cy="6858001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/>
            <p:cNvGrpSpPr/>
            <p:nvPr userDrawn="1"/>
          </p:nvGrpSpPr>
          <p:grpSpPr>
            <a:xfrm>
              <a:off x="5715000" y="0"/>
              <a:ext cx="457200" cy="6908105"/>
              <a:chOff x="2956470" y="50104"/>
              <a:chExt cx="457200" cy="6858001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 flipV="1">
                <a:off x="29564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 flipV="1">
                <a:off x="34136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/>
            <p:cNvCxnSpPr/>
            <p:nvPr userDrawn="1"/>
          </p:nvCxnSpPr>
          <p:spPr>
            <a:xfrm rot="5400000" flipV="1">
              <a:off x="4572000" y="-3886200"/>
              <a:ext cx="0" cy="9144000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/>
            <p:cNvGrpSpPr/>
            <p:nvPr userDrawn="1"/>
          </p:nvGrpSpPr>
          <p:grpSpPr>
            <a:xfrm>
              <a:off x="0" y="1143000"/>
              <a:ext cx="9144000" cy="914400"/>
              <a:chOff x="0" y="1143000"/>
              <a:chExt cx="9144000" cy="914400"/>
            </a:xfrm>
          </p:grpSpPr>
          <p:cxnSp>
            <p:nvCxnSpPr>
              <p:cNvPr id="42" name="Straight Connector 41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/>
            <p:cNvGrpSpPr/>
            <p:nvPr userDrawn="1"/>
          </p:nvGrpSpPr>
          <p:grpSpPr>
            <a:xfrm>
              <a:off x="0" y="2971800"/>
              <a:ext cx="9144000" cy="914400"/>
              <a:chOff x="0" y="1143000"/>
              <a:chExt cx="9144000" cy="9144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/>
            <p:cNvGrpSpPr/>
            <p:nvPr userDrawn="1"/>
          </p:nvGrpSpPr>
          <p:grpSpPr>
            <a:xfrm>
              <a:off x="0" y="4800602"/>
              <a:ext cx="9144000" cy="914400"/>
              <a:chOff x="0" y="1143000"/>
              <a:chExt cx="9144000" cy="9144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/>
            <p:cNvGrpSpPr/>
            <p:nvPr userDrawn="1"/>
          </p:nvGrpSpPr>
          <p:grpSpPr>
            <a:xfrm>
              <a:off x="2971800" y="0"/>
              <a:ext cx="457200" cy="6908105"/>
              <a:chOff x="2956470" y="50104"/>
              <a:chExt cx="457200" cy="6858001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 flipV="1">
                <a:off x="29564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V="1">
                <a:off x="34136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8886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668437"/>
            <a:ext cx="10363200" cy="9144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782501"/>
            <a:ext cx="10363200" cy="44019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77729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5" r:id="rId3"/>
    <p:sldLayoutId id="2147483652" r:id="rId4"/>
    <p:sldLayoutId id="2147483654" r:id="rId5"/>
    <p:sldLayoutId id="2147483651" r:id="rId6"/>
    <p:sldLayoutId id="2147483659" r:id="rId7"/>
    <p:sldLayoutId id="2147483660" r:id="rId8"/>
    <p:sldLayoutId id="2147483661" r:id="rId9"/>
    <p:sldLayoutId id="2147483665" r:id="rId10"/>
    <p:sldLayoutId id="2147483666" r:id="rId11"/>
    <p:sldLayoutId id="2147483663" r:id="rId12"/>
    <p:sldLayoutId id="2147483664" r:id="rId13"/>
    <p:sldLayoutId id="2147483656" r:id="rId14"/>
  </p:sldLayoutIdLst>
  <p:hf sldNum="0" hd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​"/>
        <a:defRPr sz="2400" b="0" i="1" kern="1200">
          <a:solidFill>
            <a:srgbClr val="C95C3A"/>
          </a:solidFill>
          <a:latin typeface="Georgia" panose="02040502050405020303" pitchFamily="18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69863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75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500" b="1" kern="1200">
          <a:solidFill>
            <a:schemeClr val="tx1"/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5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500" kern="1200">
          <a:solidFill>
            <a:schemeClr val="tx1"/>
          </a:solidFill>
          <a:latin typeface="+mj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5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F26B43"/>
          </p15:clr>
        </p15:guide>
        <p15:guide id="2" pos="7104" userDrawn="1">
          <p15:clr>
            <a:srgbClr val="F26B43"/>
          </p15:clr>
        </p15:guide>
        <p15:guide id="3" orient="horz" pos="3912" userDrawn="1">
          <p15:clr>
            <a:srgbClr val="F26B43"/>
          </p15:clr>
        </p15:guide>
        <p15:guide id="4" orient="horz" pos="4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8-022-10748-1/figures/1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buildings1513227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i.org/10.3390/buildings15132271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800" dirty="0"/>
              <a:t>Comparative Materials Exposure Study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3000" dirty="0"/>
              <a:t>Prakriti Ashwin</a:t>
            </a:r>
          </a:p>
          <a:p>
            <a:pPr lvl="1"/>
            <a:r>
              <a:rPr lang="en-US" sz="2500" dirty="0"/>
              <a:t>April 2</a:t>
            </a:r>
            <a:r>
              <a:rPr lang="en-US" sz="2500" baseline="30000" dirty="0"/>
              <a:t>nd</a:t>
            </a:r>
            <a:r>
              <a:rPr lang="en-US" sz="2500" dirty="0"/>
              <a:t>, 2026</a:t>
            </a:r>
          </a:p>
          <a:p>
            <a:pPr lvl="1"/>
            <a:r>
              <a:rPr lang="en-US" sz="2500" dirty="0"/>
              <a:t>MINTS Lab Meeting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3EF3AA-C5AC-9E4F-87B2-F0A90D2DA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641" y="670560"/>
            <a:ext cx="5500718" cy="9566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DB2549-C640-B20F-7B19-28FE14091608}"/>
              </a:ext>
            </a:extLst>
          </p:cNvPr>
          <p:cNvSpPr txBox="1"/>
          <p:nvPr/>
        </p:nvSpPr>
        <p:spPr>
          <a:xfrm>
            <a:off x="266700" y="6512221"/>
            <a:ext cx="647700" cy="3023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50756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E3E03-461F-D146-8EA1-3939FD93EDF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14400" y="923084"/>
            <a:ext cx="10363200" cy="914402"/>
          </a:xfrm>
          <a:ln>
            <a:noFill/>
          </a:ln>
        </p:spPr>
        <p:txBody>
          <a:bodyPr/>
          <a:lstStyle/>
          <a:p>
            <a:r>
              <a:rPr lang="en-US" dirty="0"/>
              <a:t>Table of Contents</a:t>
            </a:r>
          </a:p>
        </p:txBody>
      </p:sp>
      <p:pic>
        <p:nvPicPr>
          <p:cNvPr id="3" name="Picture 2" descr="Monogram using white text, orange background, green border. ">
            <a:extLst>
              <a:ext uri="{FF2B5EF4-FFF2-40B4-BE49-F238E27FC236}">
                <a16:creationId xmlns:a16="http://schemas.microsoft.com/office/drawing/2014/main" id="{42CD59AD-D83A-85BF-52BF-CB5F12ABF5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5953665"/>
            <a:ext cx="914400" cy="9159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108D0-2020-86AD-FE53-7515F31345B9}"/>
              </a:ext>
            </a:extLst>
          </p:cNvPr>
          <p:cNvSpPr txBox="1"/>
          <p:nvPr/>
        </p:nvSpPr>
        <p:spPr>
          <a:xfrm>
            <a:off x="266700" y="6512221"/>
            <a:ext cx="647700" cy="3023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D06B3F-4D7E-9A29-3E8B-5536ECF552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973A0E8-2213-4EDB-4AFC-EAC5B373B6D6}"/>
              </a:ext>
            </a:extLst>
          </p:cNvPr>
          <p:cNvSpPr txBox="1">
            <a:spLocks/>
          </p:cNvSpPr>
          <p:nvPr/>
        </p:nvSpPr>
        <p:spPr>
          <a:xfrm>
            <a:off x="2717651" y="1736395"/>
            <a:ext cx="5745479" cy="412081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2400" b="0" i="1" kern="1200">
                <a:solidFill>
                  <a:srgbClr val="C95C3A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2200" i="0" dirty="0">
                <a:solidFill>
                  <a:schemeClr val="tx1"/>
                </a:solidFill>
                <a:latin typeface="+mn-lt"/>
              </a:rPr>
              <a:t>1. Background</a:t>
            </a:r>
          </a:p>
          <a:p>
            <a:pPr>
              <a:buNone/>
            </a:pPr>
            <a:r>
              <a:rPr lang="en-US" sz="2200" i="0" dirty="0">
                <a:solidFill>
                  <a:schemeClr val="tx1"/>
                </a:solidFill>
                <a:latin typeface="+mn-lt"/>
              </a:rPr>
              <a:t>2. Outline</a:t>
            </a:r>
          </a:p>
          <a:p>
            <a:pPr>
              <a:buNone/>
            </a:pPr>
            <a:r>
              <a:rPr lang="en-US" sz="2200" i="0" dirty="0">
                <a:solidFill>
                  <a:schemeClr val="tx1"/>
                </a:solidFill>
                <a:latin typeface="+mn-lt"/>
              </a:rPr>
              <a:t>3. Methodology</a:t>
            </a:r>
          </a:p>
          <a:p>
            <a:pPr>
              <a:buNone/>
            </a:pPr>
            <a:r>
              <a:rPr lang="en-US" sz="2200" i="0" dirty="0">
                <a:solidFill>
                  <a:schemeClr val="tx1"/>
                </a:solidFill>
                <a:latin typeface="+mn-lt"/>
              </a:rPr>
              <a:t>4. Possible Failure Modes</a:t>
            </a:r>
          </a:p>
          <a:p>
            <a:pPr>
              <a:buNone/>
            </a:pPr>
            <a:r>
              <a:rPr lang="en-US" sz="2200" i="0" dirty="0">
                <a:solidFill>
                  <a:schemeClr val="tx1"/>
                </a:solidFill>
                <a:latin typeface="+mn-lt"/>
              </a:rPr>
              <a:t>5. References</a:t>
            </a:r>
          </a:p>
        </p:txBody>
      </p:sp>
    </p:spTree>
    <p:extLst>
      <p:ext uri="{BB962C8B-B14F-4D97-AF65-F5344CB8AC3E}">
        <p14:creationId xmlns:p14="http://schemas.microsoft.com/office/powerpoint/2010/main" val="4212801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9EFFB5-BE95-2994-C325-319DFFB2F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C6FB0-CF72-6ADC-231F-F5D6879278DA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92D72EC-0D72-5D48-7AAE-BEEC57C7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23084"/>
            <a:ext cx="10363200" cy="914402"/>
          </a:xfrm>
          <a:ln>
            <a:noFill/>
          </a:ln>
        </p:spPr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D5B2F7-2942-756C-9B8A-A0D46FFAB16A}"/>
              </a:ext>
            </a:extLst>
          </p:cNvPr>
          <p:cNvSpPr/>
          <p:nvPr/>
        </p:nvSpPr>
        <p:spPr>
          <a:xfrm>
            <a:off x="1679133" y="1659053"/>
            <a:ext cx="3748981" cy="677108"/>
          </a:xfrm>
          <a:prstGeom prst="rect">
            <a:avLst/>
          </a:prstGeom>
          <a:solidFill>
            <a:srgbClr val="305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BACKGROUND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3E9D9C-5692-9428-D819-1FBE4A2004C8}"/>
              </a:ext>
            </a:extLst>
          </p:cNvPr>
          <p:cNvSpPr/>
          <p:nvPr/>
        </p:nvSpPr>
        <p:spPr>
          <a:xfrm>
            <a:off x="2898480" y="2602179"/>
            <a:ext cx="3986682" cy="677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OUTLINE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0007D9-B89A-A9ED-2B26-A6998324CC2C}"/>
              </a:ext>
            </a:extLst>
          </p:cNvPr>
          <p:cNvSpPr/>
          <p:nvPr/>
        </p:nvSpPr>
        <p:spPr>
          <a:xfrm>
            <a:off x="4462931" y="3513819"/>
            <a:ext cx="3986682" cy="677108"/>
          </a:xfrm>
          <a:prstGeom prst="rect">
            <a:avLst/>
          </a:prstGeom>
          <a:solidFill>
            <a:srgbClr val="78C8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METHODOLOGY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DC88A0-0AC8-056F-057D-BF80E7F4C927}"/>
              </a:ext>
            </a:extLst>
          </p:cNvPr>
          <p:cNvSpPr/>
          <p:nvPr/>
        </p:nvSpPr>
        <p:spPr>
          <a:xfrm>
            <a:off x="6096000" y="4425459"/>
            <a:ext cx="3876339" cy="6771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Franklin Gothic Demi Cond" panose="020B0706030402020204" pitchFamily="34" charset="0"/>
              </a:rPr>
              <a:t>POSSIBLE FAILURE MODES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F4F0B4-3D78-F909-4626-F50A5CB47C04}"/>
              </a:ext>
            </a:extLst>
          </p:cNvPr>
          <p:cNvSpPr/>
          <p:nvPr/>
        </p:nvSpPr>
        <p:spPr>
          <a:xfrm>
            <a:off x="8034168" y="5337099"/>
            <a:ext cx="3243431" cy="677108"/>
          </a:xfrm>
          <a:prstGeom prst="rect">
            <a:avLst/>
          </a:prstGeom>
          <a:solidFill>
            <a:srgbClr val="305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REFERENCES</a:t>
            </a:r>
          </a:p>
        </p:txBody>
      </p:sp>
      <p:pic>
        <p:nvPicPr>
          <p:cNvPr id="3" name="Picture 2" descr="Monogram using white text, orange background, green border. ">
            <a:extLst>
              <a:ext uri="{FF2B5EF4-FFF2-40B4-BE49-F238E27FC236}">
                <a16:creationId xmlns:a16="http://schemas.microsoft.com/office/drawing/2014/main" id="{8B819088-F05B-DD4C-40FC-EAFCC94E01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5953665"/>
            <a:ext cx="914400" cy="9159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0D3AEF-C88B-4628-753C-815ADFBCDADA}"/>
              </a:ext>
            </a:extLst>
          </p:cNvPr>
          <p:cNvSpPr txBox="1"/>
          <p:nvPr/>
        </p:nvSpPr>
        <p:spPr>
          <a:xfrm>
            <a:off x="266700" y="6512221"/>
            <a:ext cx="647700" cy="3023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B782C12-F986-D782-D520-EB83298239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82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3254"/>
            <a:ext cx="10363200" cy="914402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914402" y="1674759"/>
            <a:ext cx="5238750" cy="4120810"/>
          </a:xfrm>
        </p:spPr>
        <p:txBody>
          <a:bodyPr/>
          <a:lstStyle/>
          <a:p>
            <a:r>
              <a:rPr lang="en-US" sz="1800" b="1" i="0" dirty="0">
                <a:solidFill>
                  <a:schemeClr val="tx1"/>
                </a:solidFill>
                <a:latin typeface="+mn-lt"/>
              </a:rPr>
              <a:t>Guiding Question: How is infrastructure impacted by air pollution?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latin typeface="+mn-lt"/>
              </a:rPr>
              <a:t>Traditional corrosion models are outdated: “newer” pollutants (NOx, ozone, and PM)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latin typeface="+mn-lt"/>
              </a:rPr>
              <a:t>Power distribution and transportation lose $2.5 trillion per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latin typeface="+mn-lt"/>
              </a:rPr>
              <a:t>Micro-Climates (specific conditions near buildings) unaccounted for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19AACF-7B35-8340-8D31-8C291A22EC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5642080"/>
            <a:ext cx="6705600" cy="95410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C. Tzanis, et al. “On the Corrosion and Soiling Effects on Materials by Air Pollution in Athens, Greece.” 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 err="1">
                <a:latin typeface="+mj-lt"/>
                <a:cs typeface="Times New Roman" panose="02020603050405020304" pitchFamily="18" charset="0"/>
              </a:rPr>
              <a:t>Veleva</a:t>
            </a:r>
            <a:r>
              <a:rPr lang="en-US" altLang="en-US" dirty="0">
                <a:latin typeface="+mj-lt"/>
                <a:cs typeface="Times New Roman" panose="02020603050405020304" pitchFamily="18" charset="0"/>
              </a:rPr>
              <a:t>, Lucien, et al. “Atmospheric Corrosion.” </a:t>
            </a:r>
            <a:r>
              <a:rPr lang="en-US" altLang="en-US" i="1" dirty="0">
                <a:latin typeface="+mj-lt"/>
                <a:cs typeface="Times New Roman" panose="02020603050405020304" pitchFamily="18" charset="0"/>
              </a:rPr>
              <a:t>ResearchGate</a:t>
            </a:r>
            <a:r>
              <a:rPr lang="en-US" altLang="en-US" dirty="0">
                <a:latin typeface="+mj-lt"/>
                <a:cs typeface="Times New Roman" panose="02020603050405020304" pitchFamily="18" charset="0"/>
              </a:rPr>
              <a:t>, 1 Jan. 2003, www.researchgate.net/publication/261176470_Atmospheric_Corrosion.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+mj-lt"/>
                <a:cs typeface="Times New Roman" panose="02020603050405020304" pitchFamily="18" charset="0"/>
              </a:rPr>
              <a:t>“ISO 9225:2012 Corrosion of Metals and Alloys.” </a:t>
            </a:r>
            <a:r>
              <a:rPr lang="en-US" altLang="en-US" i="1" dirty="0">
                <a:latin typeface="+mj-lt"/>
                <a:cs typeface="Times New Roman" panose="02020603050405020304" pitchFamily="18" charset="0"/>
              </a:rPr>
              <a:t>Iso.org</a:t>
            </a:r>
            <a:r>
              <a:rPr lang="en-US" altLang="en-US" dirty="0">
                <a:latin typeface="+mj-lt"/>
                <a:cs typeface="Times New Roman" panose="02020603050405020304" pitchFamily="18" charset="0"/>
              </a:rPr>
              <a:t>, International Organization for Standardization, 2012, www.iso.org/obp/ui/#iso:std:iso:9225:ed-2:v1:en.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+mj-lt"/>
            </a:endParaRPr>
          </a:p>
        </p:txBody>
      </p:sp>
      <p:pic>
        <p:nvPicPr>
          <p:cNvPr id="3" name="Picture 2" descr="Monogram using white text, orange background, green border. ">
            <a:extLst>
              <a:ext uri="{FF2B5EF4-FFF2-40B4-BE49-F238E27FC236}">
                <a16:creationId xmlns:a16="http://schemas.microsoft.com/office/drawing/2014/main" id="{0366DA70-073D-18EB-4828-3684BEC07D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5953665"/>
            <a:ext cx="914400" cy="91598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6D16AB-000B-26CC-AB05-9DA99D2D3DB9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99170-CB0C-24F9-2997-294774CAB5BF}"/>
              </a:ext>
            </a:extLst>
          </p:cNvPr>
          <p:cNvSpPr txBox="1"/>
          <p:nvPr/>
        </p:nvSpPr>
        <p:spPr>
          <a:xfrm>
            <a:off x="266700" y="6512221"/>
            <a:ext cx="647700" cy="3023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2"/>
                </a:solidFill>
              </a:rPr>
              <a:t>3</a:t>
            </a:r>
          </a:p>
        </p:txBody>
      </p:sp>
      <p:pic>
        <p:nvPicPr>
          <p:cNvPr id="2050" name="Picture 2" descr="Atmospheric Corrosion of Steel on the Australian Pacific Central Coast">
            <a:extLst>
              <a:ext uri="{FF2B5EF4-FFF2-40B4-BE49-F238E27FC236}">
                <a16:creationId xmlns:a16="http://schemas.microsoft.com/office/drawing/2014/main" id="{C4670CFE-F929-C6B1-AD6C-DB839CCBB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050" y="2161454"/>
            <a:ext cx="5238750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EF506AC-087A-73FE-1993-5F19328902F0}"/>
              </a:ext>
            </a:extLst>
          </p:cNvPr>
          <p:cNvSpPr txBox="1">
            <a:spLocks/>
          </p:cNvSpPr>
          <p:nvPr/>
        </p:nvSpPr>
        <p:spPr>
          <a:xfrm>
            <a:off x="6659880" y="1917611"/>
            <a:ext cx="6705600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>
                <a:latin typeface="+mj-lt"/>
              </a:rPr>
              <a:t>Atmospheric Corrosion of Steel on the Australian Central Pacific Coast: microclimate example</a:t>
            </a:r>
          </a:p>
        </p:txBody>
      </p:sp>
    </p:spTree>
    <p:extLst>
      <p:ext uri="{BB962C8B-B14F-4D97-AF65-F5344CB8AC3E}">
        <p14:creationId xmlns:p14="http://schemas.microsoft.com/office/powerpoint/2010/main" val="2585879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DF52F-2143-9FE8-A81F-7F3DD5B60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F423-9BD3-CB23-C541-3321561D6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3254"/>
            <a:ext cx="10363200" cy="914402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1A4F0-66FD-1025-60C5-626056F856D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400" y="1814635"/>
            <a:ext cx="5012943" cy="4120810"/>
          </a:xfrm>
        </p:spPr>
        <p:txBody>
          <a:bodyPr/>
          <a:lstStyle/>
          <a:p>
            <a:r>
              <a:rPr lang="en-US" sz="1600" b="1" i="0" dirty="0">
                <a:solidFill>
                  <a:schemeClr val="tx1"/>
                </a:solidFill>
                <a:latin typeface="+mn-lt"/>
              </a:rPr>
              <a:t>Objective</a:t>
            </a:r>
            <a:r>
              <a:rPr lang="en-US" sz="1600" i="0" dirty="0">
                <a:solidFill>
                  <a:schemeClr val="tx1"/>
                </a:solidFill>
                <a:latin typeface="+mn-lt"/>
              </a:rPr>
              <a:t>: to quantify the Surface Degradation Rate of infrastructure materials exposed to local urban pollutants.</a:t>
            </a:r>
          </a:p>
          <a:p>
            <a:r>
              <a:rPr lang="en-US" sz="1600" b="1" i="0" dirty="0">
                <a:solidFill>
                  <a:schemeClr val="tx1"/>
                </a:solidFill>
                <a:latin typeface="+mn-lt"/>
              </a:rPr>
              <a:t>Method: </a:t>
            </a:r>
            <a:r>
              <a:rPr lang="en-US" sz="1600" i="0" dirty="0">
                <a:solidFill>
                  <a:schemeClr val="tx1"/>
                </a:solidFill>
                <a:latin typeface="+mn-lt"/>
              </a:rPr>
              <a:t>Correlating environmental data with daily visual surface analysis over 2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1"/>
                </a:solidFill>
                <a:latin typeface="+mn-lt"/>
              </a:rPr>
              <a:t>Atmospheric corrosion is most active during initial exposure: Power Law of Corrosion</a:t>
            </a:r>
          </a:p>
          <a:p>
            <a:endParaRPr lang="en-US" sz="1600" i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F976A5-1383-1B26-5079-91678390ED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6238767"/>
            <a:ext cx="8046720" cy="53732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dirty="0">
                <a:latin typeface="+mj-lt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https://www.nature.com/articles/s41598-022-10748-1/figures/1</a:t>
            </a:r>
            <a:endParaRPr lang="en-US" altLang="en-US" dirty="0">
              <a:latin typeface="+mj-lt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dirty="0" err="1">
                <a:latin typeface="+mj-lt"/>
                <a:cs typeface="Times New Roman" panose="02020603050405020304" pitchFamily="18" charset="0"/>
              </a:rPr>
              <a:t>Veleva</a:t>
            </a:r>
            <a:r>
              <a:rPr lang="en-US" altLang="en-US" dirty="0">
                <a:latin typeface="+mj-lt"/>
                <a:cs typeface="Times New Roman" panose="02020603050405020304" pitchFamily="18" charset="0"/>
              </a:rPr>
              <a:t>, Lucien, et al. “Atmospheric Corrosion.” </a:t>
            </a:r>
            <a:r>
              <a:rPr lang="en-US" altLang="en-US" i="1" dirty="0">
                <a:latin typeface="+mj-lt"/>
                <a:cs typeface="Times New Roman" panose="02020603050405020304" pitchFamily="18" charset="0"/>
              </a:rPr>
              <a:t>ResearchGate</a:t>
            </a:r>
            <a:r>
              <a:rPr lang="en-US" altLang="en-US" dirty="0">
                <a:latin typeface="+mj-lt"/>
                <a:cs typeface="Times New Roman" panose="02020603050405020304" pitchFamily="18" charset="0"/>
              </a:rPr>
              <a:t>, 1 Jan. 2003, www.researchgate.net/publication/261176470_Atmospheric_Corrosion.</a:t>
            </a:r>
            <a:endParaRPr lang="en-US" altLang="en-US" dirty="0">
              <a:latin typeface="+mj-lt"/>
            </a:endParaRPr>
          </a:p>
          <a:p>
            <a:pPr>
              <a:spcBef>
                <a:spcPts val="0"/>
              </a:spcBef>
            </a:pPr>
            <a:endParaRPr lang="en-US" dirty="0">
              <a:latin typeface="+mj-lt"/>
            </a:endParaRPr>
          </a:p>
        </p:txBody>
      </p:sp>
      <p:pic>
        <p:nvPicPr>
          <p:cNvPr id="3" name="Picture 2" descr="Monogram using white text, orange background, green border. ">
            <a:extLst>
              <a:ext uri="{FF2B5EF4-FFF2-40B4-BE49-F238E27FC236}">
                <a16:creationId xmlns:a16="http://schemas.microsoft.com/office/drawing/2014/main" id="{40FE8A64-6F16-15DE-5533-279A01BD3D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5953665"/>
            <a:ext cx="914400" cy="915988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8B29CDD-8A25-0FD6-CFBA-71BE7F13E259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D6A034-3540-BA5A-7BB9-04216D72E909}"/>
              </a:ext>
            </a:extLst>
          </p:cNvPr>
          <p:cNvSpPr txBox="1"/>
          <p:nvPr/>
        </p:nvSpPr>
        <p:spPr>
          <a:xfrm>
            <a:off x="266700" y="6512221"/>
            <a:ext cx="647700" cy="3023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2"/>
                </a:solidFill>
              </a:rPr>
              <a:t>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E7F218-AFF7-8C01-2D7B-38EA305125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928" t="34466"/>
          <a:stretch>
            <a:fillRect/>
          </a:stretch>
        </p:blipFill>
        <p:spPr>
          <a:xfrm>
            <a:off x="4072466" y="3708400"/>
            <a:ext cx="1179227" cy="5056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EB2382-F654-1431-57A0-3C61E02E5F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9233" y="4144090"/>
            <a:ext cx="4366275" cy="1520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DA63D0-E3B4-AC8A-D7B1-2CA668AD46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7343" y="1814635"/>
            <a:ext cx="6067554" cy="39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02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3ACC7-859E-E680-3BBB-261C16468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773F-4209-F151-D24C-1DA590C14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14587"/>
            <a:ext cx="10363200" cy="914402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7C8BE-3861-3A2F-97DC-E7A32CE5909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43491" y="1368595"/>
            <a:ext cx="5207679" cy="4120810"/>
          </a:xfrm>
        </p:spPr>
        <p:txBody>
          <a:bodyPr/>
          <a:lstStyle/>
          <a:p>
            <a:r>
              <a:rPr lang="en-US" sz="1800" b="1" i="0" dirty="0">
                <a:solidFill>
                  <a:schemeClr val="tx1"/>
                </a:solidFill>
                <a:latin typeface="+mn-lt"/>
              </a:rPr>
              <a:t>Dose-Response Theory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latin typeface="+mn-lt"/>
              </a:rPr>
              <a:t>Dose of a drug correlates to a biological response: toxicology concept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latin typeface="+mj-lt"/>
              </a:rPr>
              <a:t>Dose-Response functions </a:t>
            </a:r>
            <a:r>
              <a:rPr lang="en-US" sz="1800" i="0" dirty="0">
                <a:solidFill>
                  <a:schemeClr val="tx1"/>
                </a:solidFill>
                <a:latin typeface="+mj-lt"/>
              </a:rPr>
              <a:t>of pollutants on materials can be mathematically derived.</a:t>
            </a:r>
          </a:p>
          <a:p>
            <a:endParaRPr lang="en-US" sz="1800" i="0" dirty="0">
              <a:solidFill>
                <a:schemeClr val="tx1"/>
              </a:solidFill>
              <a:latin typeface="+mn-lt"/>
            </a:endParaRPr>
          </a:p>
          <a:p>
            <a:endParaRPr lang="en-US" sz="1800" b="1" i="0" dirty="0">
              <a:solidFill>
                <a:schemeClr val="tx1"/>
              </a:solidFill>
              <a:latin typeface="+mn-lt"/>
            </a:endParaRPr>
          </a:p>
          <a:p>
            <a:pPr>
              <a:buNone/>
            </a:pPr>
            <a:endParaRPr lang="en-US" sz="1800" i="0" dirty="0">
              <a:solidFill>
                <a:schemeClr val="tx1"/>
              </a:solidFill>
              <a:latin typeface="+mn-lt"/>
            </a:endParaRPr>
          </a:p>
          <a:p>
            <a:endParaRPr lang="en-US" sz="1800" i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1D6B44-A85F-7661-0EE6-6547BFCBBC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6058892"/>
            <a:ext cx="8046720" cy="906658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Bai, Zhe, and Yu Yan. “Dose–Response Functions for Assessing Corrosion Risks to Urban Heritage Materials from Air Pollution under Climate Change: Insights from Europe and China.” Buildings, vol. 15, no. 13, 27 June 2025, p. 2271, </a:t>
            </a:r>
            <a:r>
              <a:rPr lang="en-US" dirty="0">
                <a:hlinkClick r:id="rId3"/>
              </a:rPr>
              <a:t>https://doi.org/10.3390/buildings15132271</a:t>
            </a:r>
            <a:r>
              <a:rPr lang="en-US" dirty="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C. Tzanis, et al. “On the Corrosion and Soiling Effects on Materials by Air Pollution in Athens, Greece.” </a:t>
            </a:r>
            <a:endParaRPr lang="en-US" altLang="en-US" dirty="0"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+mj-lt"/>
            </a:endParaRPr>
          </a:p>
        </p:txBody>
      </p:sp>
      <p:pic>
        <p:nvPicPr>
          <p:cNvPr id="3" name="Picture 2" descr="Monogram using white text, orange background, green border. ">
            <a:extLst>
              <a:ext uri="{FF2B5EF4-FFF2-40B4-BE49-F238E27FC236}">
                <a16:creationId xmlns:a16="http://schemas.microsoft.com/office/drawing/2014/main" id="{E8CAEE8C-0008-44B1-F541-6A562D7E73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5953665"/>
            <a:ext cx="914400" cy="915988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11A7D8-3BB2-D4C8-5D97-E6B440B62690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A8CF9A-4385-5EDD-7CE5-86C383C8B265}"/>
              </a:ext>
            </a:extLst>
          </p:cNvPr>
          <p:cNvSpPr txBox="1"/>
          <p:nvPr/>
        </p:nvSpPr>
        <p:spPr>
          <a:xfrm>
            <a:off x="266700" y="6512221"/>
            <a:ext cx="647700" cy="3023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2"/>
                </a:solidFill>
              </a:rPr>
              <a:t>5</a:t>
            </a:r>
          </a:p>
        </p:txBody>
      </p:sp>
      <p:pic>
        <p:nvPicPr>
          <p:cNvPr id="1026" name="Picture 2" descr="Basics of Dose-Response - Toxicology Education Foundation">
            <a:extLst>
              <a:ext uri="{FF2B5EF4-FFF2-40B4-BE49-F238E27FC236}">
                <a16:creationId xmlns:a16="http://schemas.microsoft.com/office/drawing/2014/main" id="{9D91755A-1D99-E4AC-A044-10618C859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931" y="3761210"/>
            <a:ext cx="3476474" cy="211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21515E-E0FA-185A-46B1-446A3AF33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1170" y="1475779"/>
            <a:ext cx="5357525" cy="425726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BE48FFF-2155-F103-70B6-419F45185DE4}"/>
              </a:ext>
            </a:extLst>
          </p:cNvPr>
          <p:cNvSpPr txBox="1">
            <a:spLocks/>
          </p:cNvSpPr>
          <p:nvPr/>
        </p:nvSpPr>
        <p:spPr>
          <a:xfrm>
            <a:off x="8351520" y="1274856"/>
            <a:ext cx="8046720" cy="16799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Dose-Response Functions.</a:t>
            </a:r>
            <a:endParaRPr lang="en-US" dirty="0">
              <a:latin typeface="+mj-lt"/>
            </a:endParaRP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88C62F-A6E0-D872-BCE5-34620B3C848F}"/>
              </a:ext>
            </a:extLst>
          </p:cNvPr>
          <p:cNvSpPr txBox="1">
            <a:spLocks/>
          </p:cNvSpPr>
          <p:nvPr/>
        </p:nvSpPr>
        <p:spPr>
          <a:xfrm>
            <a:off x="2072640" y="3609196"/>
            <a:ext cx="8046720" cy="16799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Toxicology Dose-Response Curve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9552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F3FC5-1B22-2DCD-8785-E8F65FC9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9084-D638-7A56-533D-9DC09E2F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3254"/>
            <a:ext cx="10363200" cy="914402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858EC3-CC1D-E41C-8E41-9AA968220D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6242949"/>
            <a:ext cx="6705600" cy="353238"/>
          </a:xfrm>
        </p:spPr>
        <p:txBody>
          <a:bodyPr/>
          <a:lstStyle/>
          <a:p>
            <a:r>
              <a:rPr lang="en-US" altLang="en-US" dirty="0">
                <a:latin typeface="+mj-lt"/>
                <a:cs typeface="Times New Roman" panose="02020603050405020304" pitchFamily="18" charset="0"/>
              </a:rPr>
              <a:t>“ISO 8565:2011 Metals and Alloys — Atmospheric Corrosion Testing.” </a:t>
            </a:r>
            <a:r>
              <a:rPr lang="en-US" altLang="en-US" i="1" dirty="0">
                <a:latin typeface="+mj-lt"/>
                <a:cs typeface="Times New Roman" panose="02020603050405020304" pitchFamily="18" charset="0"/>
              </a:rPr>
              <a:t>Iso.org</a:t>
            </a:r>
            <a:r>
              <a:rPr lang="en-US" altLang="en-US" dirty="0">
                <a:latin typeface="+mj-lt"/>
                <a:cs typeface="Times New Roman" panose="02020603050405020304" pitchFamily="18" charset="0"/>
              </a:rPr>
              <a:t>, International Organization for Standardization, 2011, www.iso.org/obp/ui/en/#iso:std:iso:8565:ed-2:v1:en. </a:t>
            </a:r>
          </a:p>
        </p:txBody>
      </p:sp>
      <p:pic>
        <p:nvPicPr>
          <p:cNvPr id="3" name="Picture 2" descr="Monogram using white text, orange background, green border. ">
            <a:extLst>
              <a:ext uri="{FF2B5EF4-FFF2-40B4-BE49-F238E27FC236}">
                <a16:creationId xmlns:a16="http://schemas.microsoft.com/office/drawing/2014/main" id="{A73F6C67-CE44-CE8B-535D-87090AB328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5953665"/>
            <a:ext cx="914400" cy="91598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2BEED00-90D2-4872-4DB3-A2EEB98DD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842946"/>
            <a:ext cx="344065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Total 15 samples of the same size, 5 preconditioned, 5 treated, 5 left natural.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NOTE: both </a:t>
            </a:r>
            <a:r>
              <a:rPr lang="en-US" altLang="en-US" sz="1600" b="1" dirty="0">
                <a:latin typeface="+mj-lt"/>
              </a:rPr>
              <a:t>mild steel samples will be scratched in the center with a nail to localize rust occurrence.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+mj-lt"/>
              </a:rPr>
              <a:t>2.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Mount the samples on a 3D printed board at a 45-degree angle.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+mj-lt"/>
              </a:rPr>
              <a:t>3. Place the board near traffic intersection under an overhang with access to power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669A432-0B97-F261-A1F6-2A17F5136505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965D09-1DA1-383D-7C3C-F890F7CE44AB}"/>
              </a:ext>
            </a:extLst>
          </p:cNvPr>
          <p:cNvSpPr txBox="1"/>
          <p:nvPr/>
        </p:nvSpPr>
        <p:spPr>
          <a:xfrm>
            <a:off x="266700" y="6512221"/>
            <a:ext cx="647700" cy="3023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2"/>
                </a:solidFill>
              </a:rPr>
              <a:t>6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80B6862-6E5D-20D9-46AD-FEB41C071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127503"/>
              </p:ext>
            </p:extLst>
          </p:nvPr>
        </p:nvGraphicFramePr>
        <p:xfrm>
          <a:off x="4851698" y="1556811"/>
          <a:ext cx="6425904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6476">
                  <a:extLst>
                    <a:ext uri="{9D8B030D-6E8A-4147-A177-3AD203B41FA5}">
                      <a16:colId xmlns:a16="http://schemas.microsoft.com/office/drawing/2014/main" val="531721568"/>
                    </a:ext>
                  </a:extLst>
                </a:gridCol>
                <a:gridCol w="1606476">
                  <a:extLst>
                    <a:ext uri="{9D8B030D-6E8A-4147-A177-3AD203B41FA5}">
                      <a16:colId xmlns:a16="http://schemas.microsoft.com/office/drawing/2014/main" val="4046894747"/>
                    </a:ext>
                  </a:extLst>
                </a:gridCol>
                <a:gridCol w="1606476">
                  <a:extLst>
                    <a:ext uri="{9D8B030D-6E8A-4147-A177-3AD203B41FA5}">
                      <a16:colId xmlns:a16="http://schemas.microsoft.com/office/drawing/2014/main" val="2402224025"/>
                    </a:ext>
                  </a:extLst>
                </a:gridCol>
                <a:gridCol w="1606476">
                  <a:extLst>
                    <a:ext uri="{9D8B030D-6E8A-4147-A177-3AD203B41FA5}">
                      <a16:colId xmlns:a16="http://schemas.microsoft.com/office/drawing/2014/main" val="2832725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Preparation for Preconditioned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Preparation for Treated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Goal for both 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025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Mild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Soak in vinegar, then scratch in the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Zinc spray, then scratch in the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Track rusting of surface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935013"/>
                  </a:ext>
                </a:extLst>
              </a:tr>
              <a:tr h="425724">
                <a:tc>
                  <a:txBody>
                    <a:bodyPr/>
                    <a:lstStyle/>
                    <a:p>
                      <a:r>
                        <a:rPr lang="en-US" sz="1400" dirty="0"/>
                        <a:t>Aluminum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Rub with high-pH cleaner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Clear automotive lacquer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Track “Grey Value” or dullness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291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Galvanized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Spray with a 5% salt-water mist and let dry.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Microcrystalline wax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Track how zinc layer deteriorates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64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Wood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Leave under a heat lamp for 48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Oil sealer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Track fiber raising and silvering (UV damage)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26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Freeze-thaw cycles: freezer and then in hot water 5 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Siloxane penetrating sealer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Track darkening and cracking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72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1054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7D48F-F6C0-4070-2CB2-F3E4EFAE6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F1A29-1165-80AF-610D-740E2C673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3254"/>
            <a:ext cx="10363200" cy="914402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8ADC1DC-6454-56FA-2095-99ACA21B4E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0090" y="5807586"/>
            <a:ext cx="8031480" cy="1399101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dirty="0">
                <a:latin typeface="+mj-lt"/>
                <a:cs typeface="Times New Roman" panose="02020603050405020304" pitchFamily="18" charset="0"/>
              </a:rPr>
              <a:t>“ISO 9225:2012 Corrosion of Metals and Alloys.” </a:t>
            </a:r>
            <a:r>
              <a:rPr lang="en-US" altLang="en-US" i="1" dirty="0">
                <a:latin typeface="+mj-lt"/>
                <a:cs typeface="Times New Roman" panose="02020603050405020304" pitchFamily="18" charset="0"/>
              </a:rPr>
              <a:t>Iso.org</a:t>
            </a:r>
            <a:r>
              <a:rPr lang="en-US" altLang="en-US" dirty="0">
                <a:latin typeface="+mj-lt"/>
                <a:cs typeface="Times New Roman" panose="02020603050405020304" pitchFamily="18" charset="0"/>
              </a:rPr>
              <a:t>, International Organization for Standardization, 2012, www.iso.org/obp/ui/#iso:std:iso:9225:ed-2:v1:en.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dirty="0" err="1">
                <a:latin typeface="+mj-lt"/>
                <a:cs typeface="Times New Roman" panose="02020603050405020304" pitchFamily="18" charset="0"/>
              </a:rPr>
              <a:t>Veleva</a:t>
            </a:r>
            <a:r>
              <a:rPr lang="en-US" altLang="en-US" dirty="0">
                <a:latin typeface="+mj-lt"/>
                <a:cs typeface="Times New Roman" panose="02020603050405020304" pitchFamily="18" charset="0"/>
              </a:rPr>
              <a:t>, Lucien, et al. “Atmospheric Corrosion.” </a:t>
            </a:r>
            <a:r>
              <a:rPr lang="en-US" altLang="en-US" i="1" dirty="0">
                <a:latin typeface="+mj-lt"/>
                <a:cs typeface="Times New Roman" panose="02020603050405020304" pitchFamily="18" charset="0"/>
              </a:rPr>
              <a:t>ResearchGate</a:t>
            </a:r>
            <a:r>
              <a:rPr lang="en-US" altLang="en-US" dirty="0">
                <a:latin typeface="+mj-lt"/>
                <a:cs typeface="Times New Roman" panose="02020603050405020304" pitchFamily="18" charset="0"/>
              </a:rPr>
              <a:t>, 1 Jan. 2003, www.researchgate.net/publication/261176470_Atmospheric_Corrosion.</a:t>
            </a:r>
            <a:endParaRPr lang="en-US" altLang="en-US" dirty="0">
              <a:latin typeface="+mj-lt"/>
            </a:endParaRPr>
          </a:p>
          <a:p>
            <a:endParaRPr lang="en-US" altLang="en-US" dirty="0">
              <a:latin typeface="+mj-lt"/>
              <a:cs typeface="Times New Roman" panose="02020603050405020304" pitchFamily="18" charset="0"/>
            </a:endParaRPr>
          </a:p>
          <a:p>
            <a:endParaRPr lang="en-US" dirty="0">
              <a:latin typeface="+mj-lt"/>
            </a:endParaRPr>
          </a:p>
        </p:txBody>
      </p:sp>
      <p:pic>
        <p:nvPicPr>
          <p:cNvPr id="3" name="Picture 2" descr="Monogram using white text, orange background, green border. ">
            <a:extLst>
              <a:ext uri="{FF2B5EF4-FFF2-40B4-BE49-F238E27FC236}">
                <a16:creationId xmlns:a16="http://schemas.microsoft.com/office/drawing/2014/main" id="{285FDDC1-1550-B9D3-A0A2-A16CA685AA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5953665"/>
            <a:ext cx="914400" cy="91598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0435E34-032C-B7DC-B3C0-98E0083F0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669" y="1551079"/>
            <a:ext cx="419097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4. Continuously collect data for 90 days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Time average of 5 minutes worth of data for analysis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4. After 90 days, depending on deterioration already achieved, collect data every 5 minutes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Time average of 2-3 days worth for analysis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r>
              <a:rPr lang="en-US" dirty="0"/>
              <a:t>5. High-res photo daily.</a:t>
            </a:r>
          </a:p>
          <a:p>
            <a:endParaRPr lang="en-US" dirty="0"/>
          </a:p>
          <a:p>
            <a:r>
              <a:rPr lang="en-US" dirty="0"/>
              <a:t>6. Compare images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9DBA75-12C6-4715-3C5B-DA5883153B2A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6FE2F8-E6A9-8E47-0147-491DF79E35E6}"/>
              </a:ext>
            </a:extLst>
          </p:cNvPr>
          <p:cNvSpPr txBox="1"/>
          <p:nvPr/>
        </p:nvSpPr>
        <p:spPr>
          <a:xfrm>
            <a:off x="266700" y="6512221"/>
            <a:ext cx="647700" cy="3023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2"/>
                </a:solidFill>
              </a:rPr>
              <a:t>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90EFB0-EA74-7CE1-7B71-3801B324C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883" y="4530838"/>
            <a:ext cx="4877587" cy="1087570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49430D8-097C-983B-99FE-23DBB94E8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841530"/>
              </p:ext>
            </p:extLst>
          </p:nvPr>
        </p:nvGraphicFramePr>
        <p:xfrm>
          <a:off x="6197475" y="1827656"/>
          <a:ext cx="3987800" cy="257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3900">
                  <a:extLst>
                    <a:ext uri="{9D8B030D-6E8A-4147-A177-3AD203B41FA5}">
                      <a16:colId xmlns:a16="http://schemas.microsoft.com/office/drawing/2014/main" val="4067980126"/>
                    </a:ext>
                  </a:extLst>
                </a:gridCol>
                <a:gridCol w="1993900">
                  <a:extLst>
                    <a:ext uri="{9D8B030D-6E8A-4147-A177-3AD203B41FA5}">
                      <a16:colId xmlns:a16="http://schemas.microsoft.com/office/drawing/2014/main" val="2061946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Quantity Measured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26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IPS-7100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PM2.5 and PM10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377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SGP41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Nox and VOC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21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SHT4x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Humidity and Temperature </a:t>
                      </a:r>
                    </a:p>
                    <a:p>
                      <a:r>
                        <a:rPr lang="en-US" dirty="0"/>
                        <a:t>-&gt; </a:t>
                      </a:r>
                      <a:r>
                        <a:rPr lang="en-US" dirty="0" err="1"/>
                        <a:t>ToW</a:t>
                      </a:r>
                      <a:r>
                        <a:rPr lang="en-US" dirty="0"/>
                        <a:t>: Humidity &gt; 80%, Temp &gt; 0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652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538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BFA76-BF62-E143-5E92-C3A499537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26CC-8334-C7AA-E28A-9A6A95AF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3254"/>
            <a:ext cx="10363200" cy="914402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6FB24F-3AC5-59B0-E6D5-33E6AB6C1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5621581"/>
            <a:ext cx="6705600" cy="109132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dirty="0" err="1">
                <a:cs typeface="Times New Roman" panose="02020603050405020304" pitchFamily="18" charset="0"/>
              </a:rPr>
              <a:t>Leygraf</a:t>
            </a:r>
            <a:r>
              <a:rPr lang="en-US" altLang="en-US" dirty="0">
                <a:cs typeface="Times New Roman" panose="02020603050405020304" pitchFamily="18" charset="0"/>
              </a:rPr>
              <a:t>, Christofer, et al. </a:t>
            </a:r>
            <a:r>
              <a:rPr lang="en-US" altLang="en-US" i="1" dirty="0">
                <a:cs typeface="Times New Roman" panose="02020603050405020304" pitchFamily="18" charset="0"/>
              </a:rPr>
              <a:t>Atmospheric Corrosion</a:t>
            </a:r>
            <a:r>
              <a:rPr lang="en-US" altLang="en-US" dirty="0">
                <a:cs typeface="Times New Roman" panose="02020603050405020304" pitchFamily="18" charset="0"/>
              </a:rPr>
              <a:t>. Hoboken, NJ, USA, John Wiley &amp; Sons, Inc., 22 June 2016, onlinelibrary.wiley.com/</a:t>
            </a:r>
            <a:r>
              <a:rPr lang="en-US" altLang="en-US" dirty="0" err="1">
                <a:cs typeface="Times New Roman" panose="02020603050405020304" pitchFamily="18" charset="0"/>
              </a:rPr>
              <a:t>doi</a:t>
            </a:r>
            <a:r>
              <a:rPr lang="en-US" altLang="en-US" dirty="0">
                <a:cs typeface="Times New Roman" panose="02020603050405020304" pitchFamily="18" charset="0"/>
              </a:rPr>
              <a:t>/book/10.1002/9781118762134.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dirty="0" err="1">
                <a:cs typeface="Times New Roman" panose="02020603050405020304" pitchFamily="18" charset="0"/>
              </a:rPr>
              <a:t>Veleva</a:t>
            </a:r>
            <a:r>
              <a:rPr lang="en-US" altLang="en-US" dirty="0">
                <a:cs typeface="Times New Roman" panose="02020603050405020304" pitchFamily="18" charset="0"/>
              </a:rPr>
              <a:t>, Lucien, et al. “Atmospheric Corrosion.” </a:t>
            </a:r>
            <a:r>
              <a:rPr lang="en-US" altLang="en-US" i="1" dirty="0">
                <a:cs typeface="Times New Roman" panose="02020603050405020304" pitchFamily="18" charset="0"/>
              </a:rPr>
              <a:t>ResearchGate</a:t>
            </a:r>
            <a:r>
              <a:rPr lang="en-US" altLang="en-US" dirty="0">
                <a:cs typeface="Times New Roman" panose="02020603050405020304" pitchFamily="18" charset="0"/>
              </a:rPr>
              <a:t>, 1 Jan. 2003, www.researchgate.net/publication/261176470_Atmospheric_Corrosion.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C. Tzanis, et al. “On the Corrosion and Soiling Effects on Materials by Air Pollution in Athens, Greece.” </a:t>
            </a:r>
            <a:endParaRPr lang="en-US" altLang="en-US" dirty="0"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altLang="en-US" dirty="0"/>
          </a:p>
        </p:txBody>
      </p:sp>
      <p:pic>
        <p:nvPicPr>
          <p:cNvPr id="3" name="Picture 2" descr="Monogram using white text, orange background, green border. ">
            <a:extLst>
              <a:ext uri="{FF2B5EF4-FFF2-40B4-BE49-F238E27FC236}">
                <a16:creationId xmlns:a16="http://schemas.microsoft.com/office/drawing/2014/main" id="{CD1C027D-AF7E-4DFA-E2A6-48984BED76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5953665"/>
            <a:ext cx="914400" cy="91598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90714B9-8659-D0C2-EB5D-AEC2DB27C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2905379"/>
            <a:ext cx="5791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31244A-8D91-D06A-71DE-690A261A4CBD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82B53D1-9A9B-90E6-1B1C-FD4F76576DA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400" y="1572181"/>
            <a:ext cx="4039985" cy="4741191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800" b="1" i="0" dirty="0">
                <a:solidFill>
                  <a:schemeClr val="tx1"/>
                </a:solidFill>
                <a:latin typeface="+mn-lt"/>
              </a:rPr>
              <a:t>Expected Outcomes: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latin typeface="+mn-lt"/>
              </a:rPr>
              <a:t>Treated &gt; Natural &gt; Preconditioned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latin typeface="+mn-lt"/>
              </a:rPr>
              <a:t>Particulate Shielding: moisture and chemicals trapped under PM10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latin typeface="+mn-lt"/>
              </a:rPr>
              <a:t>Pulls moisture out of the air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latin typeface="+mn-lt"/>
              </a:rPr>
              <a:t>So2 and Nox dissolved in water are trapped against the surface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tx1"/>
                </a:solidFill>
                <a:latin typeface="+mn-lt"/>
              </a:rPr>
              <a:t>Differential aeration cell: higher oxygen around the dust than under it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800" i="0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 i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DEFF96-9EB3-0EEC-28BC-4A209BE598C1}"/>
              </a:ext>
            </a:extLst>
          </p:cNvPr>
          <p:cNvSpPr txBox="1"/>
          <p:nvPr/>
        </p:nvSpPr>
        <p:spPr>
          <a:xfrm>
            <a:off x="266700" y="6512221"/>
            <a:ext cx="647700" cy="3023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2"/>
                </a:solidFill>
              </a:rPr>
              <a:t>8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8EDFDE7-1A1E-F142-CA90-BE49A3C3C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547455"/>
              </p:ext>
            </p:extLst>
          </p:nvPr>
        </p:nvGraphicFramePr>
        <p:xfrm>
          <a:off x="5187142" y="1711615"/>
          <a:ext cx="6090456" cy="37817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2614">
                  <a:extLst>
                    <a:ext uri="{9D8B030D-6E8A-4147-A177-3AD203B41FA5}">
                      <a16:colId xmlns:a16="http://schemas.microsoft.com/office/drawing/2014/main" val="3940267015"/>
                    </a:ext>
                  </a:extLst>
                </a:gridCol>
                <a:gridCol w="1522614">
                  <a:extLst>
                    <a:ext uri="{9D8B030D-6E8A-4147-A177-3AD203B41FA5}">
                      <a16:colId xmlns:a16="http://schemas.microsoft.com/office/drawing/2014/main" val="606270006"/>
                    </a:ext>
                  </a:extLst>
                </a:gridCol>
                <a:gridCol w="1522614">
                  <a:extLst>
                    <a:ext uri="{9D8B030D-6E8A-4147-A177-3AD203B41FA5}">
                      <a16:colId xmlns:a16="http://schemas.microsoft.com/office/drawing/2014/main" val="4185920373"/>
                    </a:ext>
                  </a:extLst>
                </a:gridCol>
                <a:gridCol w="1522614">
                  <a:extLst>
                    <a:ext uri="{9D8B030D-6E8A-4147-A177-3AD203B41FA5}">
                      <a16:colId xmlns:a16="http://schemas.microsoft.com/office/drawing/2014/main" val="3741116345"/>
                    </a:ext>
                  </a:extLst>
                </a:gridCol>
              </a:tblGrid>
              <a:tr h="870509">
                <a:tc>
                  <a:txBody>
                    <a:bodyPr/>
                    <a:lstStyle/>
                    <a:p>
                      <a:r>
                        <a:rPr lang="en-US" sz="1300" dirty="0"/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Natural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Preconditioned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Treated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083149"/>
                  </a:ext>
                </a:extLst>
              </a:tr>
              <a:tr h="504342">
                <a:tc>
                  <a:txBody>
                    <a:bodyPr/>
                    <a:lstStyle/>
                    <a:p>
                      <a:r>
                        <a:rPr lang="en-US" sz="1300" dirty="0"/>
                        <a:t>Mild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Uniform orange coating, clearer around the 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Deeper rust and deterioration around the 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Surface stays grey and clean, orange lines around the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997837"/>
                  </a:ext>
                </a:extLst>
              </a:tr>
              <a:tr h="530992">
                <a:tc>
                  <a:txBody>
                    <a:bodyPr/>
                    <a:lstStyle/>
                    <a:p>
                      <a:r>
                        <a:rPr lang="en-US" sz="1300" dirty="0"/>
                        <a:t>Aluminum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Slight dulling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Pitting (white spots)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Filiform Corrosion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722226"/>
                  </a:ext>
                </a:extLst>
              </a:tr>
              <a:tr h="504342">
                <a:tc>
                  <a:txBody>
                    <a:bodyPr/>
                    <a:lstStyle/>
                    <a:p>
                      <a:r>
                        <a:rPr lang="en-US" sz="1300" dirty="0"/>
                        <a:t>Galvanized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White chalky powder (zinc oxide)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Red 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No major changes, preserved.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932052"/>
                  </a:ext>
                </a:extLst>
              </a:tr>
              <a:tr h="504342">
                <a:tc>
                  <a:txBody>
                    <a:bodyPr/>
                    <a:lstStyle/>
                    <a:p>
                      <a:r>
                        <a:rPr lang="en-US" sz="1300" dirty="0"/>
                        <a:t>Wood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Silver-grey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Fiber Raising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No major changes, preserved.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090976"/>
                  </a:ext>
                </a:extLst>
              </a:tr>
              <a:tr h="504342">
                <a:tc>
                  <a:txBody>
                    <a:bodyPr/>
                    <a:lstStyle/>
                    <a:p>
                      <a:r>
                        <a:rPr lang="en-US" sz="1300" dirty="0"/>
                        <a:t>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Grimy due to particulate shielding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PM penetrated the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No major changes, preserved.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430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603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D9FB5-5860-4AE7-4C23-8A7DADA37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73530F-BD35-6E5F-5344-15688AE9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Failure Modes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DA68265-1360-F1E1-E40A-32361536A7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552701" y="2159000"/>
            <a:ext cx="3295650" cy="3657600"/>
          </a:xfrm>
        </p:spPr>
        <p:txBody>
          <a:bodyPr/>
          <a:lstStyle/>
          <a:p>
            <a:pPr>
              <a:buNone/>
            </a:pPr>
            <a:r>
              <a:rPr lang="en-US" b="1" i="0" dirty="0"/>
              <a:t>Slow Progress</a:t>
            </a:r>
          </a:p>
          <a:p>
            <a:pPr lvl="1"/>
            <a:r>
              <a:rPr lang="en-US" dirty="0"/>
              <a:t>No visible change in 90 days.</a:t>
            </a:r>
            <a:endParaRPr lang="en-US" sz="2000" dirty="0"/>
          </a:p>
          <a:p>
            <a:pPr lvl="3"/>
            <a:r>
              <a:rPr lang="en-US" sz="2000" dirty="0"/>
              <a:t>More than likely for natural samples</a:t>
            </a:r>
          </a:p>
          <a:p>
            <a:pPr lvl="3"/>
            <a:r>
              <a:rPr lang="en-US" sz="2000" dirty="0"/>
              <a:t>Immediate deterioration on  preconditioned samples is expected</a:t>
            </a:r>
          </a:p>
          <a:p>
            <a:pPr lvl="4"/>
            <a:r>
              <a:rPr lang="en-US" sz="2000" dirty="0" err="1"/>
              <a:t>ToW</a:t>
            </a:r>
            <a:r>
              <a:rPr lang="en-US" sz="2000" dirty="0"/>
              <a:t> data as justification: “threshold” humidity not met</a:t>
            </a:r>
          </a:p>
          <a:p>
            <a:pPr lvl="4"/>
            <a:endParaRPr lang="en-US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F1F2BEE5-2646-AEAC-CA52-948DBC99E7B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3649" y="2057400"/>
            <a:ext cx="3443817" cy="3657600"/>
          </a:xfrm>
        </p:spPr>
        <p:txBody>
          <a:bodyPr/>
          <a:lstStyle/>
          <a:p>
            <a:pPr>
              <a:buNone/>
            </a:pPr>
            <a:r>
              <a:rPr lang="en-US" b="1" i="0" dirty="0"/>
              <a:t>Environmental Interference</a:t>
            </a:r>
          </a:p>
          <a:p>
            <a:pPr lvl="1"/>
            <a:r>
              <a:rPr lang="en-US" dirty="0"/>
              <a:t>Condensation</a:t>
            </a:r>
            <a:endParaRPr lang="en-US" sz="2000" dirty="0"/>
          </a:p>
          <a:p>
            <a:pPr lvl="3"/>
            <a:r>
              <a:rPr lang="en-US" sz="2000" dirty="0"/>
              <a:t>Photos in late afternoon, no atmospheric moisture</a:t>
            </a:r>
          </a:p>
          <a:p>
            <a:pPr marL="0" lvl="3" indent="0">
              <a:buNone/>
            </a:pPr>
            <a:endParaRPr lang="en-US" sz="2000" dirty="0"/>
          </a:p>
          <a:p>
            <a:pPr lvl="4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B8FDA53-2D20-CBDE-4D1B-1830646C3C10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Footer information</a:t>
            </a:r>
          </a:p>
        </p:txBody>
      </p:sp>
      <p:pic>
        <p:nvPicPr>
          <p:cNvPr id="2" name="Picture 1" descr="Monogram using white text, orange background, green border. ">
            <a:extLst>
              <a:ext uri="{FF2B5EF4-FFF2-40B4-BE49-F238E27FC236}">
                <a16:creationId xmlns:a16="http://schemas.microsoft.com/office/drawing/2014/main" id="{7C1AA109-E271-4BE0-2EDA-86D914D14D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5953665"/>
            <a:ext cx="914400" cy="9159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F85BDC-7F9B-EA49-65A8-4CA24704A916}"/>
              </a:ext>
            </a:extLst>
          </p:cNvPr>
          <p:cNvSpPr txBox="1"/>
          <p:nvPr/>
        </p:nvSpPr>
        <p:spPr>
          <a:xfrm>
            <a:off x="266700" y="6512221"/>
            <a:ext cx="647700" cy="3023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B05550-D798-2236-3F5C-667EFD32E97B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DBB899-93ED-C5B3-04DB-24688D9E744E}"/>
              </a:ext>
            </a:extLst>
          </p:cNvPr>
          <p:cNvCxnSpPr>
            <a:stCxn id="7" idx="2"/>
          </p:cNvCxnSpPr>
          <p:nvPr/>
        </p:nvCxnSpPr>
        <p:spPr>
          <a:xfrm>
            <a:off x="6096000" y="1837486"/>
            <a:ext cx="0" cy="36641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894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225D3-06B0-7CC2-40E7-A39D8BEB9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6A15-5143-1796-EAF3-BE3CF961C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3254"/>
            <a:ext cx="10363200" cy="914402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B74EC5-2E88-832F-58BA-65057C46F6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 descr="Monogram using white text, orange background, green border. ">
            <a:extLst>
              <a:ext uri="{FF2B5EF4-FFF2-40B4-BE49-F238E27FC236}">
                <a16:creationId xmlns:a16="http://schemas.microsoft.com/office/drawing/2014/main" id="{636DF542-D93E-0E5F-6F05-1B90095E77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5953665"/>
            <a:ext cx="914400" cy="915988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67B36EAC-B29D-86BF-0916-2457B647B4A0}"/>
              </a:ext>
            </a:extLst>
          </p:cNvPr>
          <p:cNvSpPr>
            <a:spLocks noGrp="1" noChangeArrowheads="1"/>
          </p:cNvSpPr>
          <p:nvPr>
            <p:ph sz="quarter" idx="15"/>
          </p:nvPr>
        </p:nvSpPr>
        <p:spPr bwMode="auto">
          <a:xfrm>
            <a:off x="1076325" y="1481985"/>
            <a:ext cx="10039350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500" i="0" dirty="0">
                <a:latin typeface="+mj-lt"/>
              </a:rPr>
              <a:t>Bai, Zhe, and Yu Yan. “Dose–Response Functions for Assessing Corrosion Risks to Urban Heritage Materials from Air Pollution under Climate Change: Insights from Europe and China.” </a:t>
            </a:r>
            <a:r>
              <a:rPr lang="en-US" sz="1500" dirty="0">
                <a:latin typeface="+mj-lt"/>
              </a:rPr>
              <a:t>Buildings</a:t>
            </a:r>
            <a:r>
              <a:rPr lang="en-US" sz="1500" i="0" dirty="0">
                <a:latin typeface="+mj-lt"/>
              </a:rPr>
              <a:t>, vol. 15, no. 13, 27 June 2025, p. 2271, </a:t>
            </a:r>
            <a:r>
              <a:rPr lang="en-US" sz="1500" i="0" dirty="0"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https://doi.org/10.3390/buildings15132271</a:t>
            </a:r>
            <a:r>
              <a:rPr lang="en-US" sz="1500" i="0" dirty="0">
                <a:latin typeface="+mj-lt"/>
              </a:rPr>
              <a:t>.</a:t>
            </a:r>
          </a:p>
          <a:p>
            <a:endParaRPr lang="en-US" sz="1500" i="0" dirty="0">
              <a:latin typeface="+mj-lt"/>
            </a:endParaRPr>
          </a:p>
          <a:p>
            <a:r>
              <a:rPr lang="en-US" sz="1500" i="0" dirty="0">
                <a:latin typeface="+mj-lt"/>
              </a:rPr>
              <a:t>C. Tzanis, et al. “On the Corrosion and Soiling Effects on Materials by Air Pollution in Athens, Greece.” </a:t>
            </a:r>
            <a:r>
              <a:rPr lang="en-US" sz="1500" dirty="0">
                <a:latin typeface="+mj-lt"/>
              </a:rPr>
              <a:t>Atmospheric Chemistry and Physics</a:t>
            </a:r>
            <a:r>
              <a:rPr lang="en-US" sz="1500" i="0" dirty="0">
                <a:latin typeface="+mj-lt"/>
              </a:rPr>
              <a:t>, vol. 11, no. 23, 5 Dec. 2011, pp. 12039–12048, https://doi.org/10.5194/acp-11-12039-2011. </a:t>
            </a:r>
          </a:p>
          <a:p>
            <a:pPr>
              <a:buNone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“ISO 8565:2011 Metals and Alloys — Atmospheric Corrosion Testing.” 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Iso.org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, International Organization for Standardization, 2011, www.iso.org/obp/ui/en/#iso:std:iso:8565:ed-2:v1:en.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“ISO 9225:2012 Corrosion of Metals and Alloys.” 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Iso.org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, International Organization for Standardization, 2012, www.iso.org/obp/ui/#iso:std:iso:9225:ed-2:v1:en.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Leygraf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, Christofer, et al. 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Atmospheric Corrosion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. Hoboken, NJ, USA, John Wiley &amp; Sons, Inc., 22 June 2016, onlinelibrary.wiley.com/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doi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/book/10.1002/9781118762134.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Veleva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, Lucien, et al. “Atmospheric Corrosion.” 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ResearchGate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, 1 Jan. 2003, www.researchgate.net/publication/261176470_Atmospheric_Corrosion.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8B0A1-1C4E-D457-64A5-FEB66BACE9EC}"/>
              </a:ext>
            </a:extLst>
          </p:cNvPr>
          <p:cNvSpPr txBox="1"/>
          <p:nvPr/>
        </p:nvSpPr>
        <p:spPr>
          <a:xfrm>
            <a:off x="266700" y="6512221"/>
            <a:ext cx="647700" cy="3023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942FF1-AB1B-17C9-2A35-13B444027294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01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3F6E2E-84CB-C5BF-711D-FA07F3FEA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F032E1-CA71-E53E-F706-D23704759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179" y="2501504"/>
            <a:ext cx="1598379" cy="1601154"/>
          </a:xfrm>
          <a:prstGeom prst="rect">
            <a:avLst/>
          </a:prstGeom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143F8A2-F1C0-18BE-C99C-45B963F062F4}"/>
              </a:ext>
            </a:extLst>
          </p:cNvPr>
          <p:cNvSpPr txBox="1">
            <a:spLocks/>
          </p:cNvSpPr>
          <p:nvPr/>
        </p:nvSpPr>
        <p:spPr>
          <a:xfrm>
            <a:off x="4834558" y="2561313"/>
            <a:ext cx="6117069" cy="183005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2400" b="0" i="1" kern="1200">
                <a:solidFill>
                  <a:srgbClr val="C95C3A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sz="7000" i="0" dirty="0"/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F4AE6A-FE95-E3F2-F3F4-34D1429D4DB5}"/>
              </a:ext>
            </a:extLst>
          </p:cNvPr>
          <p:cNvSpPr txBox="1"/>
          <p:nvPr/>
        </p:nvSpPr>
        <p:spPr>
          <a:xfrm>
            <a:off x="266700" y="6512221"/>
            <a:ext cx="647700" cy="3023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tx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84274152"/>
      </p:ext>
    </p:extLst>
  </p:cSld>
  <p:clrMapOvr>
    <a:masterClrMapping/>
  </p:clrMapOvr>
</p:sld>
</file>

<file path=ppt/theme/theme1.xml><?xml version="1.0" encoding="utf-8"?>
<a:theme xmlns:a="http://schemas.openxmlformats.org/drawingml/2006/main" name="Sophisticated Business">
  <a:themeElements>
    <a:clrScheme name="UTD 2019 Colors">
      <a:dk1>
        <a:srgbClr val="000000"/>
      </a:dk1>
      <a:lt1>
        <a:srgbClr val="FFFFFF"/>
      </a:lt1>
      <a:dk2>
        <a:srgbClr val="414141"/>
      </a:dk2>
      <a:lt2>
        <a:srgbClr val="E7E6E6"/>
      </a:lt2>
      <a:accent1>
        <a:srgbClr val="E87500"/>
      </a:accent1>
      <a:accent2>
        <a:srgbClr val="69BD28"/>
      </a:accent2>
      <a:accent3>
        <a:srgbClr val="00A0DE"/>
      </a:accent3>
      <a:accent4>
        <a:srgbClr val="FFB611"/>
      </a:accent4>
      <a:accent5>
        <a:srgbClr val="154734"/>
      </a:accent5>
      <a:accent6>
        <a:srgbClr val="5FE0B7"/>
      </a:accent6>
      <a:hlink>
        <a:srgbClr val="C8C8C8"/>
      </a:hlink>
      <a:folHlink>
        <a:srgbClr val="808080"/>
      </a:folHlink>
    </a:clrScheme>
    <a:fontScheme name="Sophisticated Business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wrap="none" lIns="228600" tIns="228600" rIns="228600" bIns="228600" rtlCol="0" anchor="ctr">
        <a:noAutofit/>
      </a:bodyPr>
      <a:lstStyle>
        <a:defPPr algn="ctr">
          <a:defRPr sz="1400" dirty="0" smtClean="0">
            <a:solidFill>
              <a:schemeClr val="bg1"/>
            </a:solidFill>
            <a:latin typeface="Franklin Gothic Demi Cond" panose="020B07060304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dirty="0">
            <a:solidFill>
              <a:schemeClr val="tx2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Sophisticated Business">
      <a:dk1>
        <a:sysClr val="windowText" lastClr="000000"/>
      </a:dk1>
      <a:lt1>
        <a:sysClr val="window" lastClr="FFFFFF"/>
      </a:lt1>
      <a:dk2>
        <a:srgbClr val="897C57"/>
      </a:dk2>
      <a:lt2>
        <a:srgbClr val="FFFFFF"/>
      </a:lt2>
      <a:accent1>
        <a:srgbClr val="3C8689"/>
      </a:accent1>
      <a:accent2>
        <a:srgbClr val="E2BA41"/>
      </a:accent2>
      <a:accent3>
        <a:srgbClr val="C8904D"/>
      </a:accent3>
      <a:accent4>
        <a:srgbClr val="66AF9E"/>
      </a:accent4>
      <a:accent5>
        <a:srgbClr val="897C57"/>
      </a:accent5>
      <a:accent6>
        <a:srgbClr val="AF9D66"/>
      </a:accent6>
      <a:hlink>
        <a:srgbClr val="3C8689"/>
      </a:hlink>
      <a:folHlink>
        <a:srgbClr val="897C57"/>
      </a:folHlink>
    </a:clrScheme>
    <a:fontScheme name="Sophisticated Business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ophisticated Business">
      <a:dk1>
        <a:sysClr val="windowText" lastClr="000000"/>
      </a:dk1>
      <a:lt1>
        <a:sysClr val="window" lastClr="FFFFFF"/>
      </a:lt1>
      <a:dk2>
        <a:srgbClr val="897C57"/>
      </a:dk2>
      <a:lt2>
        <a:srgbClr val="FFFFFF"/>
      </a:lt2>
      <a:accent1>
        <a:srgbClr val="3C8689"/>
      </a:accent1>
      <a:accent2>
        <a:srgbClr val="E2BA41"/>
      </a:accent2>
      <a:accent3>
        <a:srgbClr val="C8904D"/>
      </a:accent3>
      <a:accent4>
        <a:srgbClr val="66AF9E"/>
      </a:accent4>
      <a:accent5>
        <a:srgbClr val="897C57"/>
      </a:accent5>
      <a:accent6>
        <a:srgbClr val="AF9D66"/>
      </a:accent6>
      <a:hlink>
        <a:srgbClr val="3C8689"/>
      </a:hlink>
      <a:folHlink>
        <a:srgbClr val="897C57"/>
      </a:folHlink>
    </a:clrScheme>
    <a:fontScheme name="Sophisticated Business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2653</TotalTime>
  <Words>1502</Words>
  <Application>Microsoft Office PowerPoint</Application>
  <PresentationFormat>Widescreen</PresentationFormat>
  <Paragraphs>182</Paragraphs>
  <Slides>12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Franklin Gothic Book</vt:lpstr>
      <vt:lpstr>Franklin Gothic Demi Cond</vt:lpstr>
      <vt:lpstr>Georgia</vt:lpstr>
      <vt:lpstr>Times New Roman</vt:lpstr>
      <vt:lpstr>Wingdings</vt:lpstr>
      <vt:lpstr>Sophisticated Business</vt:lpstr>
      <vt:lpstr>Comparative Materials Exposure Study</vt:lpstr>
      <vt:lpstr>Table of Contents</vt:lpstr>
      <vt:lpstr>Table of Contents</vt:lpstr>
      <vt:lpstr>Background</vt:lpstr>
      <vt:lpstr>Outline</vt:lpstr>
      <vt:lpstr>Outline</vt:lpstr>
      <vt:lpstr>Methodology</vt:lpstr>
      <vt:lpstr>Methodology</vt:lpstr>
      <vt:lpstr>Methodology</vt:lpstr>
      <vt:lpstr>Possible Failure Modes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Duarte;Inc. 2014</dc:creator>
  <cp:lastModifiedBy>Ashwin, Prakriti</cp:lastModifiedBy>
  <cp:revision>192</cp:revision>
  <dcterms:created xsi:type="dcterms:W3CDTF">2014-02-06T21:29:49Z</dcterms:created>
  <dcterms:modified xsi:type="dcterms:W3CDTF">2026-04-09T15:30:50Z</dcterms:modified>
</cp:coreProperties>
</file>